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7" r:id="rId9"/>
    <p:sldId id="272" r:id="rId10"/>
    <p:sldId id="273" r:id="rId11"/>
    <p:sldId id="274" r:id="rId12"/>
    <p:sldId id="275" r:id="rId13"/>
    <p:sldId id="278" r:id="rId14"/>
    <p:sldId id="279" r:id="rId15"/>
    <p:sldId id="280" r:id="rId16"/>
    <p:sldId id="281" r:id="rId17"/>
    <p:sldId id="282" r:id="rId18"/>
    <p:sldId id="283" r:id="rId19"/>
    <p:sldId id="263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lb-L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30CA35-7E8F-48AF-BF56-BF1C2E8072F3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DD0D6D-5F64-4CC1-B81F-7066177FDAD9}">
      <dgm:prSet/>
      <dgm:spPr/>
      <dgm:t>
        <a:bodyPr/>
        <a:lstStyle/>
        <a:p>
          <a:r>
            <a:rPr lang="en-US" b="1" i="0"/>
            <a:t>Purpose</a:t>
          </a:r>
          <a:r>
            <a:rPr lang="en-US" b="0" i="0"/>
            <a:t>: To design a modern, user-friendly Library Management System that enhances the member experience and streamlines operations.</a:t>
          </a:r>
          <a:endParaRPr lang="en-US"/>
        </a:p>
      </dgm:t>
    </dgm:pt>
    <dgm:pt modelId="{CA527119-18EF-4209-A674-0F1027DE7F8A}" type="parTrans" cxnId="{44BD8B08-F829-40A1-A96A-E89908DDDC35}">
      <dgm:prSet/>
      <dgm:spPr/>
      <dgm:t>
        <a:bodyPr/>
        <a:lstStyle/>
        <a:p>
          <a:endParaRPr lang="en-US"/>
        </a:p>
      </dgm:t>
    </dgm:pt>
    <dgm:pt modelId="{5C6CFDEA-E35A-44BB-9CC3-2E36AF8C29DB}" type="sibTrans" cxnId="{44BD8B08-F829-40A1-A96A-E89908DDDC35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3351AB76-9C02-4F26-BBDD-E2D025B0B6D4}">
      <dgm:prSet/>
      <dgm:spPr/>
      <dgm:t>
        <a:bodyPr/>
        <a:lstStyle/>
        <a:p>
          <a:r>
            <a:rPr lang="en-US" b="1" i="0"/>
            <a:t>Problem</a:t>
          </a:r>
          <a:r>
            <a:rPr lang="en-US" b="0" i="0"/>
            <a:t>: The current manual system is outdated, leading to inefficiencies, errors, and delays.</a:t>
          </a:r>
          <a:endParaRPr lang="en-US"/>
        </a:p>
      </dgm:t>
    </dgm:pt>
    <dgm:pt modelId="{6D51AFCB-B454-4ED0-A759-72CB6EF3D061}" type="parTrans" cxnId="{88CC0947-FC3F-4C8F-B607-43B57AB78581}">
      <dgm:prSet/>
      <dgm:spPr/>
      <dgm:t>
        <a:bodyPr/>
        <a:lstStyle/>
        <a:p>
          <a:endParaRPr lang="en-US"/>
        </a:p>
      </dgm:t>
    </dgm:pt>
    <dgm:pt modelId="{6AE77488-D069-4863-8CF0-E78B4AC607E7}" type="sibTrans" cxnId="{88CC0947-FC3F-4C8F-B607-43B57AB7858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EE378E6C-53FB-4A18-BE68-647481AAD6A4}">
      <dgm:prSet/>
      <dgm:spPr/>
      <dgm:t>
        <a:bodyPr/>
        <a:lstStyle/>
        <a:p>
          <a:r>
            <a:rPr lang="en-US" b="1" i="0"/>
            <a:t>Solution</a:t>
          </a:r>
          <a:r>
            <a:rPr lang="en-US" b="0" i="0"/>
            <a:t>: </a:t>
          </a:r>
          <a:r>
            <a:rPr lang="lb-LU" b="0" i="0"/>
            <a:t>A digital platform </a:t>
          </a:r>
          <a:r>
            <a:rPr lang="en-US" b="0" i="0"/>
            <a:t>that tracks books, members, borrowing, purchases, and preferences in real time.</a:t>
          </a:r>
          <a:endParaRPr lang="en-US"/>
        </a:p>
      </dgm:t>
    </dgm:pt>
    <dgm:pt modelId="{9CB71940-6A08-4406-A2EB-917819E9E250}" type="parTrans" cxnId="{9D1271EB-3C6A-411C-9665-DEB503784EA4}">
      <dgm:prSet/>
      <dgm:spPr/>
      <dgm:t>
        <a:bodyPr/>
        <a:lstStyle/>
        <a:p>
          <a:endParaRPr lang="en-US"/>
        </a:p>
      </dgm:t>
    </dgm:pt>
    <dgm:pt modelId="{3FCD25B7-A274-40B2-80D2-272467CA67CB}" type="sibTrans" cxnId="{9D1271EB-3C6A-411C-9665-DEB503784EA4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B98DF45B-3484-4BDC-B7C7-A4D2FB39E9D6}">
      <dgm:prSet/>
      <dgm:spPr/>
      <dgm:t>
        <a:bodyPr/>
        <a:lstStyle/>
        <a:p>
          <a:r>
            <a:rPr lang="en-US" b="1" i="0"/>
            <a:t>Goal</a:t>
          </a:r>
          <a:r>
            <a:rPr lang="en-US" b="0" i="0"/>
            <a:t>: To simplify operations, reduce mistakes, provide personalized service. </a:t>
          </a:r>
          <a:endParaRPr lang="en-US"/>
        </a:p>
      </dgm:t>
    </dgm:pt>
    <dgm:pt modelId="{46E56D86-4B23-4F1B-8659-06939A20BBAE}" type="parTrans" cxnId="{5279B895-8646-4D9C-98F4-6FC662BFC156}">
      <dgm:prSet/>
      <dgm:spPr/>
      <dgm:t>
        <a:bodyPr/>
        <a:lstStyle/>
        <a:p>
          <a:endParaRPr lang="en-US"/>
        </a:p>
      </dgm:t>
    </dgm:pt>
    <dgm:pt modelId="{DC9B2A14-1D90-42EB-851C-DAC01DD13149}" type="sibTrans" cxnId="{5279B895-8646-4D9C-98F4-6FC662BFC156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8603152B-9142-4834-B9A9-CC47517094DA}" type="pres">
      <dgm:prSet presAssocID="{0530CA35-7E8F-48AF-BF56-BF1C2E8072F3}" presName="Name0" presStyleCnt="0">
        <dgm:presLayoutVars>
          <dgm:animLvl val="lvl"/>
          <dgm:resizeHandles val="exact"/>
        </dgm:presLayoutVars>
      </dgm:prSet>
      <dgm:spPr/>
    </dgm:pt>
    <dgm:pt modelId="{4F120C68-A703-41F5-81B1-A451AB2914AA}" type="pres">
      <dgm:prSet presAssocID="{93DD0D6D-5F64-4CC1-B81F-7066177FDAD9}" presName="compositeNode" presStyleCnt="0">
        <dgm:presLayoutVars>
          <dgm:bulletEnabled val="1"/>
        </dgm:presLayoutVars>
      </dgm:prSet>
      <dgm:spPr/>
    </dgm:pt>
    <dgm:pt modelId="{81D74118-AB3B-49CE-8AA2-2CB03E623014}" type="pres">
      <dgm:prSet presAssocID="{93DD0D6D-5F64-4CC1-B81F-7066177FDAD9}" presName="bgRect" presStyleLbl="alignNode1" presStyleIdx="0" presStyleCnt="4"/>
      <dgm:spPr/>
    </dgm:pt>
    <dgm:pt modelId="{511BAFAB-532D-41D5-87D9-285C2AA3ACE0}" type="pres">
      <dgm:prSet presAssocID="{5C6CFDEA-E35A-44BB-9CC3-2E36AF8C29DB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C527D88-C634-4EE6-8CA2-18FB4FDC24F3}" type="pres">
      <dgm:prSet presAssocID="{93DD0D6D-5F64-4CC1-B81F-7066177FDAD9}" presName="nodeRect" presStyleLbl="alignNode1" presStyleIdx="0" presStyleCnt="4">
        <dgm:presLayoutVars>
          <dgm:bulletEnabled val="1"/>
        </dgm:presLayoutVars>
      </dgm:prSet>
      <dgm:spPr/>
    </dgm:pt>
    <dgm:pt modelId="{FCB28CD5-8458-49D5-A21E-2855ACFB401E}" type="pres">
      <dgm:prSet presAssocID="{5C6CFDEA-E35A-44BB-9CC3-2E36AF8C29DB}" presName="sibTrans" presStyleCnt="0"/>
      <dgm:spPr/>
    </dgm:pt>
    <dgm:pt modelId="{15887D0B-0030-44F7-85D5-E557297EEB19}" type="pres">
      <dgm:prSet presAssocID="{3351AB76-9C02-4F26-BBDD-E2D025B0B6D4}" presName="compositeNode" presStyleCnt="0">
        <dgm:presLayoutVars>
          <dgm:bulletEnabled val="1"/>
        </dgm:presLayoutVars>
      </dgm:prSet>
      <dgm:spPr/>
    </dgm:pt>
    <dgm:pt modelId="{EAB8BB03-2F1C-44F3-B8BC-0BC1B985255F}" type="pres">
      <dgm:prSet presAssocID="{3351AB76-9C02-4F26-BBDD-E2D025B0B6D4}" presName="bgRect" presStyleLbl="alignNode1" presStyleIdx="1" presStyleCnt="4"/>
      <dgm:spPr/>
    </dgm:pt>
    <dgm:pt modelId="{BE0A9FA1-CB64-4723-B5E0-4DB71AB10ABA}" type="pres">
      <dgm:prSet presAssocID="{6AE77488-D069-4863-8CF0-E78B4AC607E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D2942ADD-7E33-440E-B581-E8E68BD599BE}" type="pres">
      <dgm:prSet presAssocID="{3351AB76-9C02-4F26-BBDD-E2D025B0B6D4}" presName="nodeRect" presStyleLbl="alignNode1" presStyleIdx="1" presStyleCnt="4">
        <dgm:presLayoutVars>
          <dgm:bulletEnabled val="1"/>
        </dgm:presLayoutVars>
      </dgm:prSet>
      <dgm:spPr/>
    </dgm:pt>
    <dgm:pt modelId="{A2E5F200-482F-46A7-AA88-81A2EFD10929}" type="pres">
      <dgm:prSet presAssocID="{6AE77488-D069-4863-8CF0-E78B4AC607E7}" presName="sibTrans" presStyleCnt="0"/>
      <dgm:spPr/>
    </dgm:pt>
    <dgm:pt modelId="{96D47FB0-7803-4135-A742-F6C063D318A6}" type="pres">
      <dgm:prSet presAssocID="{EE378E6C-53FB-4A18-BE68-647481AAD6A4}" presName="compositeNode" presStyleCnt="0">
        <dgm:presLayoutVars>
          <dgm:bulletEnabled val="1"/>
        </dgm:presLayoutVars>
      </dgm:prSet>
      <dgm:spPr/>
    </dgm:pt>
    <dgm:pt modelId="{560E20F7-B141-4C2C-92C5-89F49670117E}" type="pres">
      <dgm:prSet presAssocID="{EE378E6C-53FB-4A18-BE68-647481AAD6A4}" presName="bgRect" presStyleLbl="alignNode1" presStyleIdx="2" presStyleCnt="4"/>
      <dgm:spPr/>
    </dgm:pt>
    <dgm:pt modelId="{A03A1EDA-F166-475C-B1B6-ABD43CA96795}" type="pres">
      <dgm:prSet presAssocID="{3FCD25B7-A274-40B2-80D2-272467CA67CB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49D67A68-4FB9-4F55-9F55-6A487CAF7C91}" type="pres">
      <dgm:prSet presAssocID="{EE378E6C-53FB-4A18-BE68-647481AAD6A4}" presName="nodeRect" presStyleLbl="alignNode1" presStyleIdx="2" presStyleCnt="4">
        <dgm:presLayoutVars>
          <dgm:bulletEnabled val="1"/>
        </dgm:presLayoutVars>
      </dgm:prSet>
      <dgm:spPr/>
    </dgm:pt>
    <dgm:pt modelId="{95B828E6-A3EE-49DA-AAE1-BA623D1F1895}" type="pres">
      <dgm:prSet presAssocID="{3FCD25B7-A274-40B2-80D2-272467CA67CB}" presName="sibTrans" presStyleCnt="0"/>
      <dgm:spPr/>
    </dgm:pt>
    <dgm:pt modelId="{80BF1C0E-B8AD-43E9-A0B7-B449E7A4052A}" type="pres">
      <dgm:prSet presAssocID="{B98DF45B-3484-4BDC-B7C7-A4D2FB39E9D6}" presName="compositeNode" presStyleCnt="0">
        <dgm:presLayoutVars>
          <dgm:bulletEnabled val="1"/>
        </dgm:presLayoutVars>
      </dgm:prSet>
      <dgm:spPr/>
    </dgm:pt>
    <dgm:pt modelId="{D289554C-55F2-4F89-AB57-95A5A37821C0}" type="pres">
      <dgm:prSet presAssocID="{B98DF45B-3484-4BDC-B7C7-A4D2FB39E9D6}" presName="bgRect" presStyleLbl="alignNode1" presStyleIdx="3" presStyleCnt="4"/>
      <dgm:spPr/>
    </dgm:pt>
    <dgm:pt modelId="{D73ED866-EA9D-4E51-AF23-380C9A5D3B82}" type="pres">
      <dgm:prSet presAssocID="{DC9B2A14-1D90-42EB-851C-DAC01DD13149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23432ECB-BC0F-4F3B-A63C-C127C4AC2C41}" type="pres">
      <dgm:prSet presAssocID="{B98DF45B-3484-4BDC-B7C7-A4D2FB39E9D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4BD8B08-F829-40A1-A96A-E89908DDDC35}" srcId="{0530CA35-7E8F-48AF-BF56-BF1C2E8072F3}" destId="{93DD0D6D-5F64-4CC1-B81F-7066177FDAD9}" srcOrd="0" destOrd="0" parTransId="{CA527119-18EF-4209-A674-0F1027DE7F8A}" sibTransId="{5C6CFDEA-E35A-44BB-9CC3-2E36AF8C29DB}"/>
    <dgm:cxn modelId="{992A941D-5B59-496C-911F-C5B390B9AF09}" type="presOf" srcId="{EE378E6C-53FB-4A18-BE68-647481AAD6A4}" destId="{49D67A68-4FB9-4F55-9F55-6A487CAF7C91}" srcOrd="1" destOrd="0" presId="urn:microsoft.com/office/officeart/2016/7/layout/LinearBlockProcessNumbered"/>
    <dgm:cxn modelId="{A79E8265-8625-49FD-892E-35200EB7AF00}" type="presOf" srcId="{3351AB76-9C02-4F26-BBDD-E2D025B0B6D4}" destId="{D2942ADD-7E33-440E-B581-E8E68BD599BE}" srcOrd="1" destOrd="0" presId="urn:microsoft.com/office/officeart/2016/7/layout/LinearBlockProcessNumbered"/>
    <dgm:cxn modelId="{88CC0947-FC3F-4C8F-B607-43B57AB78581}" srcId="{0530CA35-7E8F-48AF-BF56-BF1C2E8072F3}" destId="{3351AB76-9C02-4F26-BBDD-E2D025B0B6D4}" srcOrd="1" destOrd="0" parTransId="{6D51AFCB-B454-4ED0-A759-72CB6EF3D061}" sibTransId="{6AE77488-D069-4863-8CF0-E78B4AC607E7}"/>
    <dgm:cxn modelId="{B291E277-21AF-428A-810C-2EAF2735BDB8}" type="presOf" srcId="{5C6CFDEA-E35A-44BB-9CC3-2E36AF8C29DB}" destId="{511BAFAB-532D-41D5-87D9-285C2AA3ACE0}" srcOrd="0" destOrd="0" presId="urn:microsoft.com/office/officeart/2016/7/layout/LinearBlockProcessNumbered"/>
    <dgm:cxn modelId="{2A359F58-63CC-4C37-9D4A-EB4A3F922CCE}" type="presOf" srcId="{B98DF45B-3484-4BDC-B7C7-A4D2FB39E9D6}" destId="{D289554C-55F2-4F89-AB57-95A5A37821C0}" srcOrd="0" destOrd="0" presId="urn:microsoft.com/office/officeart/2016/7/layout/LinearBlockProcessNumbered"/>
    <dgm:cxn modelId="{C2AFD380-1595-4E72-B723-22C9A4A5FE04}" type="presOf" srcId="{B98DF45B-3484-4BDC-B7C7-A4D2FB39E9D6}" destId="{23432ECB-BC0F-4F3B-A63C-C127C4AC2C41}" srcOrd="1" destOrd="0" presId="urn:microsoft.com/office/officeart/2016/7/layout/LinearBlockProcessNumbered"/>
    <dgm:cxn modelId="{5279B895-8646-4D9C-98F4-6FC662BFC156}" srcId="{0530CA35-7E8F-48AF-BF56-BF1C2E8072F3}" destId="{B98DF45B-3484-4BDC-B7C7-A4D2FB39E9D6}" srcOrd="3" destOrd="0" parTransId="{46E56D86-4B23-4F1B-8659-06939A20BBAE}" sibTransId="{DC9B2A14-1D90-42EB-851C-DAC01DD13149}"/>
    <dgm:cxn modelId="{2341D397-A5A1-4A76-9ECB-8164AA6167A8}" type="presOf" srcId="{6AE77488-D069-4863-8CF0-E78B4AC607E7}" destId="{BE0A9FA1-CB64-4723-B5E0-4DB71AB10ABA}" srcOrd="0" destOrd="0" presId="urn:microsoft.com/office/officeart/2016/7/layout/LinearBlockProcessNumbered"/>
    <dgm:cxn modelId="{E9A0019F-4DB6-401B-961D-185B8DB4E668}" type="presOf" srcId="{DC9B2A14-1D90-42EB-851C-DAC01DD13149}" destId="{D73ED866-EA9D-4E51-AF23-380C9A5D3B82}" srcOrd="0" destOrd="0" presId="urn:microsoft.com/office/officeart/2016/7/layout/LinearBlockProcessNumbered"/>
    <dgm:cxn modelId="{32EB44C1-8269-4C22-ADFB-E20A44B30679}" type="presOf" srcId="{93DD0D6D-5F64-4CC1-B81F-7066177FDAD9}" destId="{81D74118-AB3B-49CE-8AA2-2CB03E623014}" srcOrd="0" destOrd="0" presId="urn:microsoft.com/office/officeart/2016/7/layout/LinearBlockProcessNumbered"/>
    <dgm:cxn modelId="{2C123DCC-E554-4287-99F1-B7E3516C7E42}" type="presOf" srcId="{3FCD25B7-A274-40B2-80D2-272467CA67CB}" destId="{A03A1EDA-F166-475C-B1B6-ABD43CA96795}" srcOrd="0" destOrd="0" presId="urn:microsoft.com/office/officeart/2016/7/layout/LinearBlockProcessNumbered"/>
    <dgm:cxn modelId="{F4CB27D2-0130-4393-9908-9CEB1EE07D4E}" type="presOf" srcId="{EE378E6C-53FB-4A18-BE68-647481AAD6A4}" destId="{560E20F7-B141-4C2C-92C5-89F49670117E}" srcOrd="0" destOrd="0" presId="urn:microsoft.com/office/officeart/2016/7/layout/LinearBlockProcessNumbered"/>
    <dgm:cxn modelId="{2AB0B9E5-8E66-40DF-A4BD-34BC7DBC9217}" type="presOf" srcId="{0530CA35-7E8F-48AF-BF56-BF1C2E8072F3}" destId="{8603152B-9142-4834-B9A9-CC47517094DA}" srcOrd="0" destOrd="0" presId="urn:microsoft.com/office/officeart/2016/7/layout/LinearBlockProcessNumbered"/>
    <dgm:cxn modelId="{040751EB-BAD9-4910-B3DB-3DC401984017}" type="presOf" srcId="{3351AB76-9C02-4F26-BBDD-E2D025B0B6D4}" destId="{EAB8BB03-2F1C-44F3-B8BC-0BC1B985255F}" srcOrd="0" destOrd="0" presId="urn:microsoft.com/office/officeart/2016/7/layout/LinearBlockProcessNumbered"/>
    <dgm:cxn modelId="{9D1271EB-3C6A-411C-9665-DEB503784EA4}" srcId="{0530CA35-7E8F-48AF-BF56-BF1C2E8072F3}" destId="{EE378E6C-53FB-4A18-BE68-647481AAD6A4}" srcOrd="2" destOrd="0" parTransId="{9CB71940-6A08-4406-A2EB-917819E9E250}" sibTransId="{3FCD25B7-A274-40B2-80D2-272467CA67CB}"/>
    <dgm:cxn modelId="{56875AF0-552F-4344-A956-8E257F37959E}" type="presOf" srcId="{93DD0D6D-5F64-4CC1-B81F-7066177FDAD9}" destId="{4C527D88-C634-4EE6-8CA2-18FB4FDC24F3}" srcOrd="1" destOrd="0" presId="urn:microsoft.com/office/officeart/2016/7/layout/LinearBlockProcessNumbered"/>
    <dgm:cxn modelId="{C0612E88-8707-4E02-9729-503B40071220}" type="presParOf" srcId="{8603152B-9142-4834-B9A9-CC47517094DA}" destId="{4F120C68-A703-41F5-81B1-A451AB2914AA}" srcOrd="0" destOrd="0" presId="urn:microsoft.com/office/officeart/2016/7/layout/LinearBlockProcessNumbered"/>
    <dgm:cxn modelId="{31EB54C9-EAB4-4624-9107-05C700392BEA}" type="presParOf" srcId="{4F120C68-A703-41F5-81B1-A451AB2914AA}" destId="{81D74118-AB3B-49CE-8AA2-2CB03E623014}" srcOrd="0" destOrd="0" presId="urn:microsoft.com/office/officeart/2016/7/layout/LinearBlockProcessNumbered"/>
    <dgm:cxn modelId="{16AADC75-BECE-4D44-9A6A-E2727F06FFED}" type="presParOf" srcId="{4F120C68-A703-41F5-81B1-A451AB2914AA}" destId="{511BAFAB-532D-41D5-87D9-285C2AA3ACE0}" srcOrd="1" destOrd="0" presId="urn:microsoft.com/office/officeart/2016/7/layout/LinearBlockProcessNumbered"/>
    <dgm:cxn modelId="{858920A3-23E9-4F89-AE3B-8A773D5FA928}" type="presParOf" srcId="{4F120C68-A703-41F5-81B1-A451AB2914AA}" destId="{4C527D88-C634-4EE6-8CA2-18FB4FDC24F3}" srcOrd="2" destOrd="0" presId="urn:microsoft.com/office/officeart/2016/7/layout/LinearBlockProcessNumbered"/>
    <dgm:cxn modelId="{120D2B56-A9F2-47E1-8207-D3655FDB4DFF}" type="presParOf" srcId="{8603152B-9142-4834-B9A9-CC47517094DA}" destId="{FCB28CD5-8458-49D5-A21E-2855ACFB401E}" srcOrd="1" destOrd="0" presId="urn:microsoft.com/office/officeart/2016/7/layout/LinearBlockProcessNumbered"/>
    <dgm:cxn modelId="{1D36FC76-B1DC-428E-855B-3AF2EF0F848F}" type="presParOf" srcId="{8603152B-9142-4834-B9A9-CC47517094DA}" destId="{15887D0B-0030-44F7-85D5-E557297EEB19}" srcOrd="2" destOrd="0" presId="urn:microsoft.com/office/officeart/2016/7/layout/LinearBlockProcessNumbered"/>
    <dgm:cxn modelId="{5AB67F01-AFE2-4B44-931D-B1FBF0A32783}" type="presParOf" srcId="{15887D0B-0030-44F7-85D5-E557297EEB19}" destId="{EAB8BB03-2F1C-44F3-B8BC-0BC1B985255F}" srcOrd="0" destOrd="0" presId="urn:microsoft.com/office/officeart/2016/7/layout/LinearBlockProcessNumbered"/>
    <dgm:cxn modelId="{123BD839-CFB5-4A8A-8D0B-FFD705789371}" type="presParOf" srcId="{15887D0B-0030-44F7-85D5-E557297EEB19}" destId="{BE0A9FA1-CB64-4723-B5E0-4DB71AB10ABA}" srcOrd="1" destOrd="0" presId="urn:microsoft.com/office/officeart/2016/7/layout/LinearBlockProcessNumbered"/>
    <dgm:cxn modelId="{88F69585-5390-4E79-8C34-26579DE28579}" type="presParOf" srcId="{15887D0B-0030-44F7-85D5-E557297EEB19}" destId="{D2942ADD-7E33-440E-B581-E8E68BD599BE}" srcOrd="2" destOrd="0" presId="urn:microsoft.com/office/officeart/2016/7/layout/LinearBlockProcessNumbered"/>
    <dgm:cxn modelId="{006DB56B-8763-4199-93C5-A08F3A2D186F}" type="presParOf" srcId="{8603152B-9142-4834-B9A9-CC47517094DA}" destId="{A2E5F200-482F-46A7-AA88-81A2EFD10929}" srcOrd="3" destOrd="0" presId="urn:microsoft.com/office/officeart/2016/7/layout/LinearBlockProcessNumbered"/>
    <dgm:cxn modelId="{C2DD1C0D-C10B-4BE7-A153-1538DBCF74D8}" type="presParOf" srcId="{8603152B-9142-4834-B9A9-CC47517094DA}" destId="{96D47FB0-7803-4135-A742-F6C063D318A6}" srcOrd="4" destOrd="0" presId="urn:microsoft.com/office/officeart/2016/7/layout/LinearBlockProcessNumbered"/>
    <dgm:cxn modelId="{9C18B400-B253-4433-94F7-24D579EED5C7}" type="presParOf" srcId="{96D47FB0-7803-4135-A742-F6C063D318A6}" destId="{560E20F7-B141-4C2C-92C5-89F49670117E}" srcOrd="0" destOrd="0" presId="urn:microsoft.com/office/officeart/2016/7/layout/LinearBlockProcessNumbered"/>
    <dgm:cxn modelId="{D9EF8738-F4EA-4F22-A450-26838A405475}" type="presParOf" srcId="{96D47FB0-7803-4135-A742-F6C063D318A6}" destId="{A03A1EDA-F166-475C-B1B6-ABD43CA96795}" srcOrd="1" destOrd="0" presId="urn:microsoft.com/office/officeart/2016/7/layout/LinearBlockProcessNumbered"/>
    <dgm:cxn modelId="{9728C2B1-9577-48BF-A2D6-3DD7D7C65CAB}" type="presParOf" srcId="{96D47FB0-7803-4135-A742-F6C063D318A6}" destId="{49D67A68-4FB9-4F55-9F55-6A487CAF7C91}" srcOrd="2" destOrd="0" presId="urn:microsoft.com/office/officeart/2016/7/layout/LinearBlockProcessNumbered"/>
    <dgm:cxn modelId="{0BA0ECF2-A462-49BF-B3E3-24F124A67F55}" type="presParOf" srcId="{8603152B-9142-4834-B9A9-CC47517094DA}" destId="{95B828E6-A3EE-49DA-AAE1-BA623D1F1895}" srcOrd="5" destOrd="0" presId="urn:microsoft.com/office/officeart/2016/7/layout/LinearBlockProcessNumbered"/>
    <dgm:cxn modelId="{E882AC38-8E07-4E0E-9EB8-CB218AC68030}" type="presParOf" srcId="{8603152B-9142-4834-B9A9-CC47517094DA}" destId="{80BF1C0E-B8AD-43E9-A0B7-B449E7A4052A}" srcOrd="6" destOrd="0" presId="urn:microsoft.com/office/officeart/2016/7/layout/LinearBlockProcessNumbered"/>
    <dgm:cxn modelId="{0870D97E-65B2-46BD-8E4C-0C7A2E4E8B64}" type="presParOf" srcId="{80BF1C0E-B8AD-43E9-A0B7-B449E7A4052A}" destId="{D289554C-55F2-4F89-AB57-95A5A37821C0}" srcOrd="0" destOrd="0" presId="urn:microsoft.com/office/officeart/2016/7/layout/LinearBlockProcessNumbered"/>
    <dgm:cxn modelId="{942D6DCF-8BB4-475E-9A53-8F09DF74839C}" type="presParOf" srcId="{80BF1C0E-B8AD-43E9-A0B7-B449E7A4052A}" destId="{D73ED866-EA9D-4E51-AF23-380C9A5D3B82}" srcOrd="1" destOrd="0" presId="urn:microsoft.com/office/officeart/2016/7/layout/LinearBlockProcessNumbered"/>
    <dgm:cxn modelId="{617A81A0-00CA-4F75-A49E-D711DE78E21F}" type="presParOf" srcId="{80BF1C0E-B8AD-43E9-A0B7-B449E7A4052A}" destId="{23432ECB-BC0F-4F3B-A63C-C127C4AC2C4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6DAC5B-DF11-44AD-B77D-4D373F4128A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7FC1C37-9F8B-4E22-9BE6-71E9ECA392CF}">
      <dgm:prSet/>
      <dgm:spPr/>
      <dgm:t>
        <a:bodyPr/>
        <a:lstStyle/>
        <a:p>
          <a:r>
            <a:rPr lang="en-US" b="1" i="0"/>
            <a:t>Track</a:t>
          </a:r>
          <a:r>
            <a:rPr lang="en-US" b="0" i="0"/>
            <a:t>: Manage books, members, borrowing, purchases, and preferences efficiently.</a:t>
          </a:r>
          <a:endParaRPr lang="en-US"/>
        </a:p>
      </dgm:t>
    </dgm:pt>
    <dgm:pt modelId="{00A9F9D5-E9E6-4B72-AAD6-CEBF5A2FCB9F}" type="parTrans" cxnId="{C93F0EB4-C6A5-43C9-A61E-A3297D500ABD}">
      <dgm:prSet/>
      <dgm:spPr/>
      <dgm:t>
        <a:bodyPr/>
        <a:lstStyle/>
        <a:p>
          <a:endParaRPr lang="en-US"/>
        </a:p>
      </dgm:t>
    </dgm:pt>
    <dgm:pt modelId="{FF31279C-B97E-4674-BBED-A8AB8E6B040A}" type="sibTrans" cxnId="{C93F0EB4-C6A5-43C9-A61E-A3297D500ABD}">
      <dgm:prSet/>
      <dgm:spPr/>
      <dgm:t>
        <a:bodyPr/>
        <a:lstStyle/>
        <a:p>
          <a:endParaRPr lang="en-US"/>
        </a:p>
      </dgm:t>
    </dgm:pt>
    <dgm:pt modelId="{41FA22D0-1BB9-4A2E-BCA9-9141C6E1B7B0}">
      <dgm:prSet/>
      <dgm:spPr/>
      <dgm:t>
        <a:bodyPr/>
        <a:lstStyle/>
        <a:p>
          <a:r>
            <a:rPr lang="en-US" b="1" i="0"/>
            <a:t>Improvement</a:t>
          </a:r>
          <a:r>
            <a:rPr lang="en-US" b="0" i="0"/>
            <a:t>: Replace outdated data handling with a real-time, updateable database.</a:t>
          </a:r>
          <a:endParaRPr lang="en-US"/>
        </a:p>
      </dgm:t>
    </dgm:pt>
    <dgm:pt modelId="{A62CAEDA-B4A4-4D48-998C-D99FC29BBD44}" type="parTrans" cxnId="{5C839FE3-4FC3-4872-9052-448409BD3FC3}">
      <dgm:prSet/>
      <dgm:spPr/>
      <dgm:t>
        <a:bodyPr/>
        <a:lstStyle/>
        <a:p>
          <a:endParaRPr lang="en-US"/>
        </a:p>
      </dgm:t>
    </dgm:pt>
    <dgm:pt modelId="{EF8720E2-61B4-4C62-BC0A-098F820E4310}" type="sibTrans" cxnId="{5C839FE3-4FC3-4872-9052-448409BD3FC3}">
      <dgm:prSet/>
      <dgm:spPr/>
      <dgm:t>
        <a:bodyPr/>
        <a:lstStyle/>
        <a:p>
          <a:endParaRPr lang="en-US"/>
        </a:p>
      </dgm:t>
    </dgm:pt>
    <dgm:pt modelId="{CD5F35FE-3ABC-4B6A-8059-3A464FF851A3}">
      <dgm:prSet/>
      <dgm:spPr/>
      <dgm:t>
        <a:bodyPr/>
        <a:lstStyle/>
        <a:p>
          <a:r>
            <a:rPr lang="en-US" b="1" i="0"/>
            <a:t>Service</a:t>
          </a:r>
          <a:r>
            <a:rPr lang="en-US" b="0" i="0"/>
            <a:t>: Allow members to view their history and receive tailored recommendations.</a:t>
          </a:r>
          <a:endParaRPr lang="en-US"/>
        </a:p>
      </dgm:t>
    </dgm:pt>
    <dgm:pt modelId="{3C2DDBCB-349B-4B9A-8889-D82B00D47C62}" type="parTrans" cxnId="{DBA6F684-C61C-4893-B662-40788777D4DE}">
      <dgm:prSet/>
      <dgm:spPr/>
      <dgm:t>
        <a:bodyPr/>
        <a:lstStyle/>
        <a:p>
          <a:endParaRPr lang="en-US"/>
        </a:p>
      </dgm:t>
    </dgm:pt>
    <dgm:pt modelId="{A01D738E-7529-455C-9406-001A27C26CE2}" type="sibTrans" cxnId="{DBA6F684-C61C-4893-B662-40788777D4DE}">
      <dgm:prSet/>
      <dgm:spPr/>
      <dgm:t>
        <a:bodyPr/>
        <a:lstStyle/>
        <a:p>
          <a:endParaRPr lang="en-US"/>
        </a:p>
      </dgm:t>
    </dgm:pt>
    <dgm:pt modelId="{B208F1DB-589A-48BA-B8A3-027DB47C0B1D}" type="pres">
      <dgm:prSet presAssocID="{916DAC5B-DF11-44AD-B77D-4D373F4128A5}" presName="linear" presStyleCnt="0">
        <dgm:presLayoutVars>
          <dgm:animLvl val="lvl"/>
          <dgm:resizeHandles val="exact"/>
        </dgm:presLayoutVars>
      </dgm:prSet>
      <dgm:spPr/>
    </dgm:pt>
    <dgm:pt modelId="{BC39EAEE-D1FF-4FE0-991F-E2D840E93F29}" type="pres">
      <dgm:prSet presAssocID="{67FC1C37-9F8B-4E22-9BE6-71E9ECA392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4A6A33-F741-4D3F-AC45-33B675A48C78}" type="pres">
      <dgm:prSet presAssocID="{FF31279C-B97E-4674-BBED-A8AB8E6B040A}" presName="spacer" presStyleCnt="0"/>
      <dgm:spPr/>
    </dgm:pt>
    <dgm:pt modelId="{BF7AC6F6-589C-4679-BB97-B0E02142C33B}" type="pres">
      <dgm:prSet presAssocID="{41FA22D0-1BB9-4A2E-BCA9-9141C6E1B7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3207E7-750C-43C3-A8A1-9FA5C43F1A82}" type="pres">
      <dgm:prSet presAssocID="{EF8720E2-61B4-4C62-BC0A-098F820E4310}" presName="spacer" presStyleCnt="0"/>
      <dgm:spPr/>
    </dgm:pt>
    <dgm:pt modelId="{9BDD408B-B7B9-4FDE-98EC-50A0D24DA426}" type="pres">
      <dgm:prSet presAssocID="{CD5F35FE-3ABC-4B6A-8059-3A464FF851A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936B573-3879-454A-B25D-847197E0709F}" type="presOf" srcId="{916DAC5B-DF11-44AD-B77D-4D373F4128A5}" destId="{B208F1DB-589A-48BA-B8A3-027DB47C0B1D}" srcOrd="0" destOrd="0" presId="urn:microsoft.com/office/officeart/2005/8/layout/vList2"/>
    <dgm:cxn modelId="{DBA6F684-C61C-4893-B662-40788777D4DE}" srcId="{916DAC5B-DF11-44AD-B77D-4D373F4128A5}" destId="{CD5F35FE-3ABC-4B6A-8059-3A464FF851A3}" srcOrd="2" destOrd="0" parTransId="{3C2DDBCB-349B-4B9A-8889-D82B00D47C62}" sibTransId="{A01D738E-7529-455C-9406-001A27C26CE2}"/>
    <dgm:cxn modelId="{9158E6A3-746E-4A84-B7E4-7077301E6802}" type="presOf" srcId="{67FC1C37-9F8B-4E22-9BE6-71E9ECA392CF}" destId="{BC39EAEE-D1FF-4FE0-991F-E2D840E93F29}" srcOrd="0" destOrd="0" presId="urn:microsoft.com/office/officeart/2005/8/layout/vList2"/>
    <dgm:cxn modelId="{C3F376A4-9A78-4D45-BDD5-9E07EE5EB1CC}" type="presOf" srcId="{41FA22D0-1BB9-4A2E-BCA9-9141C6E1B7B0}" destId="{BF7AC6F6-589C-4679-BB97-B0E02142C33B}" srcOrd="0" destOrd="0" presId="urn:microsoft.com/office/officeart/2005/8/layout/vList2"/>
    <dgm:cxn modelId="{C93F0EB4-C6A5-43C9-A61E-A3297D500ABD}" srcId="{916DAC5B-DF11-44AD-B77D-4D373F4128A5}" destId="{67FC1C37-9F8B-4E22-9BE6-71E9ECA392CF}" srcOrd="0" destOrd="0" parTransId="{00A9F9D5-E9E6-4B72-AAD6-CEBF5A2FCB9F}" sibTransId="{FF31279C-B97E-4674-BBED-A8AB8E6B040A}"/>
    <dgm:cxn modelId="{867899B5-4B7E-448E-BEC5-D2361F7F11E9}" type="presOf" srcId="{CD5F35FE-3ABC-4B6A-8059-3A464FF851A3}" destId="{9BDD408B-B7B9-4FDE-98EC-50A0D24DA426}" srcOrd="0" destOrd="0" presId="urn:microsoft.com/office/officeart/2005/8/layout/vList2"/>
    <dgm:cxn modelId="{5C839FE3-4FC3-4872-9052-448409BD3FC3}" srcId="{916DAC5B-DF11-44AD-B77D-4D373F4128A5}" destId="{41FA22D0-1BB9-4A2E-BCA9-9141C6E1B7B0}" srcOrd="1" destOrd="0" parTransId="{A62CAEDA-B4A4-4D48-998C-D99FC29BBD44}" sibTransId="{EF8720E2-61B4-4C62-BC0A-098F820E4310}"/>
    <dgm:cxn modelId="{DAD8E639-F57D-4254-AB49-F4495B64C28F}" type="presParOf" srcId="{B208F1DB-589A-48BA-B8A3-027DB47C0B1D}" destId="{BC39EAEE-D1FF-4FE0-991F-E2D840E93F29}" srcOrd="0" destOrd="0" presId="urn:microsoft.com/office/officeart/2005/8/layout/vList2"/>
    <dgm:cxn modelId="{9F0F1CE6-3292-4534-A4B8-013BE22AAB84}" type="presParOf" srcId="{B208F1DB-589A-48BA-B8A3-027DB47C0B1D}" destId="{EB4A6A33-F741-4D3F-AC45-33B675A48C78}" srcOrd="1" destOrd="0" presId="urn:microsoft.com/office/officeart/2005/8/layout/vList2"/>
    <dgm:cxn modelId="{A34E8C38-85C8-4049-9F3F-D278C0266D6C}" type="presParOf" srcId="{B208F1DB-589A-48BA-B8A3-027DB47C0B1D}" destId="{BF7AC6F6-589C-4679-BB97-B0E02142C33B}" srcOrd="2" destOrd="0" presId="urn:microsoft.com/office/officeart/2005/8/layout/vList2"/>
    <dgm:cxn modelId="{FC0717C7-4FCB-4172-97D9-5F5AC216FEB3}" type="presParOf" srcId="{B208F1DB-589A-48BA-B8A3-027DB47C0B1D}" destId="{5F3207E7-750C-43C3-A8A1-9FA5C43F1A82}" srcOrd="3" destOrd="0" presId="urn:microsoft.com/office/officeart/2005/8/layout/vList2"/>
    <dgm:cxn modelId="{63D3AFC1-781C-4DEC-868C-C38B39F6E03C}" type="presParOf" srcId="{B208F1DB-589A-48BA-B8A3-027DB47C0B1D}" destId="{9BDD408B-B7B9-4FDE-98EC-50A0D24DA42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FF6CDA-C1FF-4475-B097-2D9BCFDED38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42C02AA-91D4-4C68-A413-215ED1D85744}">
      <dgm:prSet/>
      <dgm:spPr/>
      <dgm:t>
        <a:bodyPr/>
        <a:lstStyle/>
        <a:p>
          <a:r>
            <a:rPr lang="en-US" b="1" i="0"/>
            <a:t>History Access</a:t>
          </a:r>
          <a:r>
            <a:rPr lang="en-US" b="0" i="0"/>
            <a:t>: Members can view their borrowing and purchase records.</a:t>
          </a:r>
          <a:endParaRPr lang="en-US"/>
        </a:p>
      </dgm:t>
    </dgm:pt>
    <dgm:pt modelId="{DE5FC100-3F75-4631-A12C-E9815E9ED589}" type="parTrans" cxnId="{ED9B588D-5172-4039-BE8C-820133281C6A}">
      <dgm:prSet/>
      <dgm:spPr/>
      <dgm:t>
        <a:bodyPr/>
        <a:lstStyle/>
        <a:p>
          <a:endParaRPr lang="en-US"/>
        </a:p>
      </dgm:t>
    </dgm:pt>
    <dgm:pt modelId="{AC028656-A837-4ED7-9A33-0C1314B8495B}" type="sibTrans" cxnId="{ED9B588D-5172-4039-BE8C-820133281C6A}">
      <dgm:prSet/>
      <dgm:spPr/>
      <dgm:t>
        <a:bodyPr/>
        <a:lstStyle/>
        <a:p>
          <a:endParaRPr lang="en-US"/>
        </a:p>
      </dgm:t>
    </dgm:pt>
    <dgm:pt modelId="{CF313537-78BB-4A49-B225-E86A85FADB29}">
      <dgm:prSet/>
      <dgm:spPr/>
      <dgm:t>
        <a:bodyPr/>
        <a:lstStyle/>
        <a:p>
          <a:r>
            <a:rPr lang="en-US" b="1" i="0"/>
            <a:t>Borrowing</a:t>
          </a:r>
          <a:r>
            <a:rPr lang="en-US" b="0" i="0"/>
            <a:t>: A book can be borrowed if available; otherwise, members can reserve it and get notified when it’s ready.</a:t>
          </a:r>
          <a:endParaRPr lang="en-US"/>
        </a:p>
      </dgm:t>
    </dgm:pt>
    <dgm:pt modelId="{CBA9EA51-5564-4FAC-92AA-1CD2337A0683}" type="parTrans" cxnId="{2A797DB7-B46B-43C9-8DA0-B255D1FBA44D}">
      <dgm:prSet/>
      <dgm:spPr/>
      <dgm:t>
        <a:bodyPr/>
        <a:lstStyle/>
        <a:p>
          <a:endParaRPr lang="en-US"/>
        </a:p>
      </dgm:t>
    </dgm:pt>
    <dgm:pt modelId="{F03BE62C-5A9E-470C-A2CC-18834E087D2D}" type="sibTrans" cxnId="{2A797DB7-B46B-43C9-8DA0-B255D1FBA44D}">
      <dgm:prSet/>
      <dgm:spPr/>
      <dgm:t>
        <a:bodyPr/>
        <a:lstStyle/>
        <a:p>
          <a:endParaRPr lang="en-US"/>
        </a:p>
      </dgm:t>
    </dgm:pt>
    <dgm:pt modelId="{8786A84D-7149-4D74-8678-E38FB8C5A952}">
      <dgm:prSet/>
      <dgm:spPr/>
      <dgm:t>
        <a:bodyPr/>
        <a:lstStyle/>
        <a:p>
          <a:r>
            <a:rPr lang="en-US" b="1" i="0"/>
            <a:t>Ordering</a:t>
          </a:r>
          <a:r>
            <a:rPr lang="en-US" b="0" i="0"/>
            <a:t>: Members can order books with a 50% deposit and are notified upon arrival.</a:t>
          </a:r>
          <a:endParaRPr lang="en-US"/>
        </a:p>
      </dgm:t>
    </dgm:pt>
    <dgm:pt modelId="{AC6405E9-973B-47DE-825C-AA3E5066C845}" type="parTrans" cxnId="{66EBBFA0-577D-4722-B4D4-9C207DE6F021}">
      <dgm:prSet/>
      <dgm:spPr/>
      <dgm:t>
        <a:bodyPr/>
        <a:lstStyle/>
        <a:p>
          <a:endParaRPr lang="en-US"/>
        </a:p>
      </dgm:t>
    </dgm:pt>
    <dgm:pt modelId="{B5BB463E-7544-428A-B1F2-52C867AE8FD5}" type="sibTrans" cxnId="{66EBBFA0-577D-4722-B4D4-9C207DE6F021}">
      <dgm:prSet/>
      <dgm:spPr/>
      <dgm:t>
        <a:bodyPr/>
        <a:lstStyle/>
        <a:p>
          <a:endParaRPr lang="en-US"/>
        </a:p>
      </dgm:t>
    </dgm:pt>
    <dgm:pt modelId="{E8AC9544-A24A-4DA7-98B1-05601377A049}">
      <dgm:prSet/>
      <dgm:spPr/>
      <dgm:t>
        <a:bodyPr/>
        <a:lstStyle/>
        <a:p>
          <a:r>
            <a:rPr lang="en-US" b="1" i="0"/>
            <a:t>Librarian Role</a:t>
          </a:r>
          <a:r>
            <a:rPr lang="en-US" b="0" i="0"/>
            <a:t>: Librarians manage all records—adding members, updating book status, and handling transactions.</a:t>
          </a:r>
          <a:endParaRPr lang="en-US"/>
        </a:p>
      </dgm:t>
    </dgm:pt>
    <dgm:pt modelId="{70B47AAC-B6B2-4536-BB8C-3264E03BF964}" type="parTrans" cxnId="{4D841AE6-FE9D-49BB-99C6-33A9944FE039}">
      <dgm:prSet/>
      <dgm:spPr/>
      <dgm:t>
        <a:bodyPr/>
        <a:lstStyle/>
        <a:p>
          <a:endParaRPr lang="en-US"/>
        </a:p>
      </dgm:t>
    </dgm:pt>
    <dgm:pt modelId="{8D2B562A-BAAF-409C-925E-3177007D55F8}" type="sibTrans" cxnId="{4D841AE6-FE9D-49BB-99C6-33A9944FE039}">
      <dgm:prSet/>
      <dgm:spPr/>
      <dgm:t>
        <a:bodyPr/>
        <a:lstStyle/>
        <a:p>
          <a:endParaRPr lang="en-US"/>
        </a:p>
      </dgm:t>
    </dgm:pt>
    <dgm:pt modelId="{7823AA9A-3B68-468D-9197-19AE0185606D}" type="pres">
      <dgm:prSet presAssocID="{1FFF6CDA-C1FF-4475-B097-2D9BCFDED384}" presName="root" presStyleCnt="0">
        <dgm:presLayoutVars>
          <dgm:dir/>
          <dgm:resizeHandles val="exact"/>
        </dgm:presLayoutVars>
      </dgm:prSet>
      <dgm:spPr/>
    </dgm:pt>
    <dgm:pt modelId="{FB52E9A4-3705-4F0E-B04F-50348EB9B96B}" type="pres">
      <dgm:prSet presAssocID="{1FFF6CDA-C1FF-4475-B097-2D9BCFDED384}" presName="container" presStyleCnt="0">
        <dgm:presLayoutVars>
          <dgm:dir/>
          <dgm:resizeHandles val="exact"/>
        </dgm:presLayoutVars>
      </dgm:prSet>
      <dgm:spPr/>
    </dgm:pt>
    <dgm:pt modelId="{61BF163F-2707-49A7-BA41-0B79B473635B}" type="pres">
      <dgm:prSet presAssocID="{A42C02AA-91D4-4C68-A413-215ED1D85744}" presName="compNode" presStyleCnt="0"/>
      <dgm:spPr/>
    </dgm:pt>
    <dgm:pt modelId="{145F18A0-44A9-4D69-93A7-8C5C83CC24CD}" type="pres">
      <dgm:prSet presAssocID="{A42C02AA-91D4-4C68-A413-215ED1D85744}" presName="iconBgRect" presStyleLbl="bgShp" presStyleIdx="0" presStyleCnt="4"/>
      <dgm:spPr/>
    </dgm:pt>
    <dgm:pt modelId="{82426759-1FDF-482C-B6DE-5913D7D23751}" type="pres">
      <dgm:prSet presAssocID="{A42C02AA-91D4-4C68-A413-215ED1D857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47983C9-5BAD-4E87-ADE7-8F1000ADEAF1}" type="pres">
      <dgm:prSet presAssocID="{A42C02AA-91D4-4C68-A413-215ED1D85744}" presName="spaceRect" presStyleCnt="0"/>
      <dgm:spPr/>
    </dgm:pt>
    <dgm:pt modelId="{26E8BF4C-85F4-4F5F-A731-3130F75048C7}" type="pres">
      <dgm:prSet presAssocID="{A42C02AA-91D4-4C68-A413-215ED1D85744}" presName="textRect" presStyleLbl="revTx" presStyleIdx="0" presStyleCnt="4">
        <dgm:presLayoutVars>
          <dgm:chMax val="1"/>
          <dgm:chPref val="1"/>
        </dgm:presLayoutVars>
      </dgm:prSet>
      <dgm:spPr/>
    </dgm:pt>
    <dgm:pt modelId="{030EECD9-4B02-410E-9D86-5A7469CB70EE}" type="pres">
      <dgm:prSet presAssocID="{AC028656-A837-4ED7-9A33-0C1314B8495B}" presName="sibTrans" presStyleLbl="sibTrans2D1" presStyleIdx="0" presStyleCnt="0"/>
      <dgm:spPr/>
    </dgm:pt>
    <dgm:pt modelId="{45D09FC2-47C4-4E61-942A-A9A623C75CB2}" type="pres">
      <dgm:prSet presAssocID="{CF313537-78BB-4A49-B225-E86A85FADB29}" presName="compNode" presStyleCnt="0"/>
      <dgm:spPr/>
    </dgm:pt>
    <dgm:pt modelId="{DC36AE47-E1D5-405B-9344-61B3E04B2D17}" type="pres">
      <dgm:prSet presAssocID="{CF313537-78BB-4A49-B225-E86A85FADB29}" presName="iconBgRect" presStyleLbl="bgShp" presStyleIdx="1" presStyleCnt="4"/>
      <dgm:spPr/>
    </dgm:pt>
    <dgm:pt modelId="{FF0DD03B-D61F-4642-A9F7-71B5D169DC5C}" type="pres">
      <dgm:prSet presAssocID="{CF313537-78BB-4A49-B225-E86A85FADB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B63F009D-BB1E-4334-A832-5F4093501E22}" type="pres">
      <dgm:prSet presAssocID="{CF313537-78BB-4A49-B225-E86A85FADB29}" presName="spaceRect" presStyleCnt="0"/>
      <dgm:spPr/>
    </dgm:pt>
    <dgm:pt modelId="{6DBC2AD6-AA69-4D38-AC57-9ABD36DACEE0}" type="pres">
      <dgm:prSet presAssocID="{CF313537-78BB-4A49-B225-E86A85FADB29}" presName="textRect" presStyleLbl="revTx" presStyleIdx="1" presStyleCnt="4">
        <dgm:presLayoutVars>
          <dgm:chMax val="1"/>
          <dgm:chPref val="1"/>
        </dgm:presLayoutVars>
      </dgm:prSet>
      <dgm:spPr/>
    </dgm:pt>
    <dgm:pt modelId="{65347C20-E44D-4F81-A300-77229C3F570F}" type="pres">
      <dgm:prSet presAssocID="{F03BE62C-5A9E-470C-A2CC-18834E087D2D}" presName="sibTrans" presStyleLbl="sibTrans2D1" presStyleIdx="0" presStyleCnt="0"/>
      <dgm:spPr/>
    </dgm:pt>
    <dgm:pt modelId="{DA191BE6-F0B7-4733-AD2C-16D4D72090B0}" type="pres">
      <dgm:prSet presAssocID="{8786A84D-7149-4D74-8678-E38FB8C5A952}" presName="compNode" presStyleCnt="0"/>
      <dgm:spPr/>
    </dgm:pt>
    <dgm:pt modelId="{88C6E6DD-C5F4-4EF5-8887-51A111ABBD22}" type="pres">
      <dgm:prSet presAssocID="{8786A84D-7149-4D74-8678-E38FB8C5A952}" presName="iconBgRect" presStyleLbl="bgShp" presStyleIdx="2" presStyleCnt="4"/>
      <dgm:spPr/>
    </dgm:pt>
    <dgm:pt modelId="{AD86845E-97CC-4243-9144-E9F8DCA0913A}" type="pres">
      <dgm:prSet presAssocID="{8786A84D-7149-4D74-8678-E38FB8C5A9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A77913EB-0B3D-4C67-B361-3298E836D59B}" type="pres">
      <dgm:prSet presAssocID="{8786A84D-7149-4D74-8678-E38FB8C5A952}" presName="spaceRect" presStyleCnt="0"/>
      <dgm:spPr/>
    </dgm:pt>
    <dgm:pt modelId="{C6D072ED-0DD5-4F18-B8B5-87BF5861CB2A}" type="pres">
      <dgm:prSet presAssocID="{8786A84D-7149-4D74-8678-E38FB8C5A952}" presName="textRect" presStyleLbl="revTx" presStyleIdx="2" presStyleCnt="4">
        <dgm:presLayoutVars>
          <dgm:chMax val="1"/>
          <dgm:chPref val="1"/>
        </dgm:presLayoutVars>
      </dgm:prSet>
      <dgm:spPr/>
    </dgm:pt>
    <dgm:pt modelId="{8A811A2F-C12C-4351-87AA-0040A43E82C4}" type="pres">
      <dgm:prSet presAssocID="{B5BB463E-7544-428A-B1F2-52C867AE8FD5}" presName="sibTrans" presStyleLbl="sibTrans2D1" presStyleIdx="0" presStyleCnt="0"/>
      <dgm:spPr/>
    </dgm:pt>
    <dgm:pt modelId="{8D118773-A675-47DB-AC32-26178CA30029}" type="pres">
      <dgm:prSet presAssocID="{E8AC9544-A24A-4DA7-98B1-05601377A049}" presName="compNode" presStyleCnt="0"/>
      <dgm:spPr/>
    </dgm:pt>
    <dgm:pt modelId="{E6706110-A75F-4266-A9D2-00CF8B960850}" type="pres">
      <dgm:prSet presAssocID="{E8AC9544-A24A-4DA7-98B1-05601377A049}" presName="iconBgRect" presStyleLbl="bgShp" presStyleIdx="3" presStyleCnt="4"/>
      <dgm:spPr/>
    </dgm:pt>
    <dgm:pt modelId="{FA61AC23-E222-409F-9EB6-ED4446110339}" type="pres">
      <dgm:prSet presAssocID="{E8AC9544-A24A-4DA7-98B1-05601377A0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4A7FDCED-680A-4E36-ADDB-007E55781930}" type="pres">
      <dgm:prSet presAssocID="{E8AC9544-A24A-4DA7-98B1-05601377A049}" presName="spaceRect" presStyleCnt="0"/>
      <dgm:spPr/>
    </dgm:pt>
    <dgm:pt modelId="{0631E9FC-6B67-47FB-8E65-7F2B3F35734E}" type="pres">
      <dgm:prSet presAssocID="{E8AC9544-A24A-4DA7-98B1-05601377A0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4C0B03-1CAE-4FB2-A5AC-C828DFF357CF}" type="presOf" srcId="{B5BB463E-7544-428A-B1F2-52C867AE8FD5}" destId="{8A811A2F-C12C-4351-87AA-0040A43E82C4}" srcOrd="0" destOrd="0" presId="urn:microsoft.com/office/officeart/2018/2/layout/IconCircleList"/>
    <dgm:cxn modelId="{E03D3D23-4F16-4CB2-B7CD-71A2314ED043}" type="presOf" srcId="{8786A84D-7149-4D74-8678-E38FB8C5A952}" destId="{C6D072ED-0DD5-4F18-B8B5-87BF5861CB2A}" srcOrd="0" destOrd="0" presId="urn:microsoft.com/office/officeart/2018/2/layout/IconCircleList"/>
    <dgm:cxn modelId="{FB7C234C-7136-4E98-9E64-8FC20CBAB30B}" type="presOf" srcId="{A42C02AA-91D4-4C68-A413-215ED1D85744}" destId="{26E8BF4C-85F4-4F5F-A731-3130F75048C7}" srcOrd="0" destOrd="0" presId="urn:microsoft.com/office/officeart/2018/2/layout/IconCircleList"/>
    <dgm:cxn modelId="{ED9B588D-5172-4039-BE8C-820133281C6A}" srcId="{1FFF6CDA-C1FF-4475-B097-2D9BCFDED384}" destId="{A42C02AA-91D4-4C68-A413-215ED1D85744}" srcOrd="0" destOrd="0" parTransId="{DE5FC100-3F75-4631-A12C-E9815E9ED589}" sibTransId="{AC028656-A837-4ED7-9A33-0C1314B8495B}"/>
    <dgm:cxn modelId="{66EBBFA0-577D-4722-B4D4-9C207DE6F021}" srcId="{1FFF6CDA-C1FF-4475-B097-2D9BCFDED384}" destId="{8786A84D-7149-4D74-8678-E38FB8C5A952}" srcOrd="2" destOrd="0" parTransId="{AC6405E9-973B-47DE-825C-AA3E5066C845}" sibTransId="{B5BB463E-7544-428A-B1F2-52C867AE8FD5}"/>
    <dgm:cxn modelId="{883029A4-A4B6-451F-86A7-D299D528E73A}" type="presOf" srcId="{F03BE62C-5A9E-470C-A2CC-18834E087D2D}" destId="{65347C20-E44D-4F81-A300-77229C3F570F}" srcOrd="0" destOrd="0" presId="urn:microsoft.com/office/officeart/2018/2/layout/IconCircleList"/>
    <dgm:cxn modelId="{35BD21AF-E85D-414B-98DE-63E8AF9A17EF}" type="presOf" srcId="{E8AC9544-A24A-4DA7-98B1-05601377A049}" destId="{0631E9FC-6B67-47FB-8E65-7F2B3F35734E}" srcOrd="0" destOrd="0" presId="urn:microsoft.com/office/officeart/2018/2/layout/IconCircleList"/>
    <dgm:cxn modelId="{2A797DB7-B46B-43C9-8DA0-B255D1FBA44D}" srcId="{1FFF6CDA-C1FF-4475-B097-2D9BCFDED384}" destId="{CF313537-78BB-4A49-B225-E86A85FADB29}" srcOrd="1" destOrd="0" parTransId="{CBA9EA51-5564-4FAC-92AA-1CD2337A0683}" sibTransId="{F03BE62C-5A9E-470C-A2CC-18834E087D2D}"/>
    <dgm:cxn modelId="{7A0604BD-12A1-4BF6-AAC3-4CBF0AFE6269}" type="presOf" srcId="{1FFF6CDA-C1FF-4475-B097-2D9BCFDED384}" destId="{7823AA9A-3B68-468D-9197-19AE0185606D}" srcOrd="0" destOrd="0" presId="urn:microsoft.com/office/officeart/2018/2/layout/IconCircleList"/>
    <dgm:cxn modelId="{975A3ED4-2D46-4D86-B199-E48F68292630}" type="presOf" srcId="{AC028656-A837-4ED7-9A33-0C1314B8495B}" destId="{030EECD9-4B02-410E-9D86-5A7469CB70EE}" srcOrd="0" destOrd="0" presId="urn:microsoft.com/office/officeart/2018/2/layout/IconCircleList"/>
    <dgm:cxn modelId="{46B194E1-D433-4F48-967B-AC76CD77286D}" type="presOf" srcId="{CF313537-78BB-4A49-B225-E86A85FADB29}" destId="{6DBC2AD6-AA69-4D38-AC57-9ABD36DACEE0}" srcOrd="0" destOrd="0" presId="urn:microsoft.com/office/officeart/2018/2/layout/IconCircleList"/>
    <dgm:cxn modelId="{4D841AE6-FE9D-49BB-99C6-33A9944FE039}" srcId="{1FFF6CDA-C1FF-4475-B097-2D9BCFDED384}" destId="{E8AC9544-A24A-4DA7-98B1-05601377A049}" srcOrd="3" destOrd="0" parTransId="{70B47AAC-B6B2-4536-BB8C-3264E03BF964}" sibTransId="{8D2B562A-BAAF-409C-925E-3177007D55F8}"/>
    <dgm:cxn modelId="{EE44E7E9-5EF4-4F8A-920E-78E0B7D91AA4}" type="presParOf" srcId="{7823AA9A-3B68-468D-9197-19AE0185606D}" destId="{FB52E9A4-3705-4F0E-B04F-50348EB9B96B}" srcOrd="0" destOrd="0" presId="urn:microsoft.com/office/officeart/2018/2/layout/IconCircleList"/>
    <dgm:cxn modelId="{B4CC606C-765F-4F44-A9E3-93F2699D441A}" type="presParOf" srcId="{FB52E9A4-3705-4F0E-B04F-50348EB9B96B}" destId="{61BF163F-2707-49A7-BA41-0B79B473635B}" srcOrd="0" destOrd="0" presId="urn:microsoft.com/office/officeart/2018/2/layout/IconCircleList"/>
    <dgm:cxn modelId="{8728D318-339F-4764-BD60-1D1A738CCD35}" type="presParOf" srcId="{61BF163F-2707-49A7-BA41-0B79B473635B}" destId="{145F18A0-44A9-4D69-93A7-8C5C83CC24CD}" srcOrd="0" destOrd="0" presId="urn:microsoft.com/office/officeart/2018/2/layout/IconCircleList"/>
    <dgm:cxn modelId="{8B8BB26B-22BE-4EAE-9BDF-DBEE76B508BF}" type="presParOf" srcId="{61BF163F-2707-49A7-BA41-0B79B473635B}" destId="{82426759-1FDF-482C-B6DE-5913D7D23751}" srcOrd="1" destOrd="0" presId="urn:microsoft.com/office/officeart/2018/2/layout/IconCircleList"/>
    <dgm:cxn modelId="{3EC557F4-1754-427D-9598-2772CCA379F8}" type="presParOf" srcId="{61BF163F-2707-49A7-BA41-0B79B473635B}" destId="{F47983C9-5BAD-4E87-ADE7-8F1000ADEAF1}" srcOrd="2" destOrd="0" presId="urn:microsoft.com/office/officeart/2018/2/layout/IconCircleList"/>
    <dgm:cxn modelId="{688468F0-B6E6-40F5-8B96-3B640A3BE331}" type="presParOf" srcId="{61BF163F-2707-49A7-BA41-0B79B473635B}" destId="{26E8BF4C-85F4-4F5F-A731-3130F75048C7}" srcOrd="3" destOrd="0" presId="urn:microsoft.com/office/officeart/2018/2/layout/IconCircleList"/>
    <dgm:cxn modelId="{E0DE258C-CC34-4D0E-A124-0F839258417E}" type="presParOf" srcId="{FB52E9A4-3705-4F0E-B04F-50348EB9B96B}" destId="{030EECD9-4B02-410E-9D86-5A7469CB70EE}" srcOrd="1" destOrd="0" presId="urn:microsoft.com/office/officeart/2018/2/layout/IconCircleList"/>
    <dgm:cxn modelId="{735EC451-A9B8-4C38-B6C2-DC3E1C8A28B5}" type="presParOf" srcId="{FB52E9A4-3705-4F0E-B04F-50348EB9B96B}" destId="{45D09FC2-47C4-4E61-942A-A9A623C75CB2}" srcOrd="2" destOrd="0" presId="urn:microsoft.com/office/officeart/2018/2/layout/IconCircleList"/>
    <dgm:cxn modelId="{55904E92-74B0-4D64-AD45-1ADBCF8A6670}" type="presParOf" srcId="{45D09FC2-47C4-4E61-942A-A9A623C75CB2}" destId="{DC36AE47-E1D5-405B-9344-61B3E04B2D17}" srcOrd="0" destOrd="0" presId="urn:microsoft.com/office/officeart/2018/2/layout/IconCircleList"/>
    <dgm:cxn modelId="{C50620B3-A772-47F8-9234-C67B7D4C1A57}" type="presParOf" srcId="{45D09FC2-47C4-4E61-942A-A9A623C75CB2}" destId="{FF0DD03B-D61F-4642-A9F7-71B5D169DC5C}" srcOrd="1" destOrd="0" presId="urn:microsoft.com/office/officeart/2018/2/layout/IconCircleList"/>
    <dgm:cxn modelId="{56A20395-683B-44D7-B1D3-D4F92F1547BA}" type="presParOf" srcId="{45D09FC2-47C4-4E61-942A-A9A623C75CB2}" destId="{B63F009D-BB1E-4334-A832-5F4093501E22}" srcOrd="2" destOrd="0" presId="urn:microsoft.com/office/officeart/2018/2/layout/IconCircleList"/>
    <dgm:cxn modelId="{FD0A72DA-E3D1-482E-830A-60E50DE71D8D}" type="presParOf" srcId="{45D09FC2-47C4-4E61-942A-A9A623C75CB2}" destId="{6DBC2AD6-AA69-4D38-AC57-9ABD36DACEE0}" srcOrd="3" destOrd="0" presId="urn:microsoft.com/office/officeart/2018/2/layout/IconCircleList"/>
    <dgm:cxn modelId="{D85B54DA-BB94-4E2F-981E-7E8EB1D7C93B}" type="presParOf" srcId="{FB52E9A4-3705-4F0E-B04F-50348EB9B96B}" destId="{65347C20-E44D-4F81-A300-77229C3F570F}" srcOrd="3" destOrd="0" presId="urn:microsoft.com/office/officeart/2018/2/layout/IconCircleList"/>
    <dgm:cxn modelId="{C8DEEA54-65AE-410B-A35E-2E57E46EFE71}" type="presParOf" srcId="{FB52E9A4-3705-4F0E-B04F-50348EB9B96B}" destId="{DA191BE6-F0B7-4733-AD2C-16D4D72090B0}" srcOrd="4" destOrd="0" presId="urn:microsoft.com/office/officeart/2018/2/layout/IconCircleList"/>
    <dgm:cxn modelId="{FDF49544-0249-45BC-A343-A1D4F54E43BA}" type="presParOf" srcId="{DA191BE6-F0B7-4733-AD2C-16D4D72090B0}" destId="{88C6E6DD-C5F4-4EF5-8887-51A111ABBD22}" srcOrd="0" destOrd="0" presId="urn:microsoft.com/office/officeart/2018/2/layout/IconCircleList"/>
    <dgm:cxn modelId="{9ABEA292-5929-461A-85B8-12A50EE64BBD}" type="presParOf" srcId="{DA191BE6-F0B7-4733-AD2C-16D4D72090B0}" destId="{AD86845E-97CC-4243-9144-E9F8DCA0913A}" srcOrd="1" destOrd="0" presId="urn:microsoft.com/office/officeart/2018/2/layout/IconCircleList"/>
    <dgm:cxn modelId="{729EE004-CC0A-4426-81AD-782EC95A70B9}" type="presParOf" srcId="{DA191BE6-F0B7-4733-AD2C-16D4D72090B0}" destId="{A77913EB-0B3D-4C67-B361-3298E836D59B}" srcOrd="2" destOrd="0" presId="urn:microsoft.com/office/officeart/2018/2/layout/IconCircleList"/>
    <dgm:cxn modelId="{54778F1C-92BD-427E-9C35-44F2CCAFDB2A}" type="presParOf" srcId="{DA191BE6-F0B7-4733-AD2C-16D4D72090B0}" destId="{C6D072ED-0DD5-4F18-B8B5-87BF5861CB2A}" srcOrd="3" destOrd="0" presId="urn:microsoft.com/office/officeart/2018/2/layout/IconCircleList"/>
    <dgm:cxn modelId="{CE9E006D-3D1A-4B3A-A6B7-2B587A99A258}" type="presParOf" srcId="{FB52E9A4-3705-4F0E-B04F-50348EB9B96B}" destId="{8A811A2F-C12C-4351-87AA-0040A43E82C4}" srcOrd="5" destOrd="0" presId="urn:microsoft.com/office/officeart/2018/2/layout/IconCircleList"/>
    <dgm:cxn modelId="{A49AE2C6-8DCE-4771-B472-9BEE4148DA9D}" type="presParOf" srcId="{FB52E9A4-3705-4F0E-B04F-50348EB9B96B}" destId="{8D118773-A675-47DB-AC32-26178CA30029}" srcOrd="6" destOrd="0" presId="urn:microsoft.com/office/officeart/2018/2/layout/IconCircleList"/>
    <dgm:cxn modelId="{4629D067-0E07-40CF-B4F9-D8DCC1783F49}" type="presParOf" srcId="{8D118773-A675-47DB-AC32-26178CA30029}" destId="{E6706110-A75F-4266-A9D2-00CF8B960850}" srcOrd="0" destOrd="0" presId="urn:microsoft.com/office/officeart/2018/2/layout/IconCircleList"/>
    <dgm:cxn modelId="{B92B8B24-C401-44B0-B859-12991B1E879E}" type="presParOf" srcId="{8D118773-A675-47DB-AC32-26178CA30029}" destId="{FA61AC23-E222-409F-9EB6-ED4446110339}" srcOrd="1" destOrd="0" presId="urn:microsoft.com/office/officeart/2018/2/layout/IconCircleList"/>
    <dgm:cxn modelId="{BDE5FB7B-9F96-41F1-87A3-9A5DBD679819}" type="presParOf" srcId="{8D118773-A675-47DB-AC32-26178CA30029}" destId="{4A7FDCED-680A-4E36-ADDB-007E55781930}" srcOrd="2" destOrd="0" presId="urn:microsoft.com/office/officeart/2018/2/layout/IconCircleList"/>
    <dgm:cxn modelId="{7C76264D-16F0-4F3D-910D-D4AF9D34BF96}" type="presParOf" srcId="{8D118773-A675-47DB-AC32-26178CA30029}" destId="{0631E9FC-6B67-47FB-8E65-7F2B3F35734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FF6CDA-C1FF-4475-B097-2D9BCFDED38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42C02AA-91D4-4C68-A413-215ED1D85744}">
      <dgm:prSet/>
      <dgm:spPr/>
      <dgm:t>
        <a:bodyPr/>
        <a:lstStyle/>
        <a:p>
          <a:r>
            <a:rPr lang="en-US" b="1" i="0" dirty="0"/>
            <a:t>Data Privacy</a:t>
          </a:r>
          <a:r>
            <a:rPr lang="en-US" b="0" i="0" dirty="0"/>
            <a:t>: Members agree that their borrowing history and reading preferences can be accessed by librarians to improve service.</a:t>
          </a:r>
          <a:endParaRPr lang="en-US" dirty="0"/>
        </a:p>
      </dgm:t>
    </dgm:pt>
    <dgm:pt modelId="{DE5FC100-3F75-4631-A12C-E9815E9ED589}" type="parTrans" cxnId="{ED9B588D-5172-4039-BE8C-820133281C6A}">
      <dgm:prSet/>
      <dgm:spPr/>
      <dgm:t>
        <a:bodyPr/>
        <a:lstStyle/>
        <a:p>
          <a:endParaRPr lang="en-US"/>
        </a:p>
      </dgm:t>
    </dgm:pt>
    <dgm:pt modelId="{AC028656-A837-4ED7-9A33-0C1314B8495B}" type="sibTrans" cxnId="{ED9B588D-5172-4039-BE8C-820133281C6A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CF313537-78BB-4A49-B225-E86A85FADB29}">
      <dgm:prSet/>
      <dgm:spPr/>
      <dgm:t>
        <a:bodyPr/>
        <a:lstStyle/>
        <a:p>
          <a:r>
            <a:rPr lang="en-US" b="1" i="0" dirty="0"/>
            <a:t>Book Orders</a:t>
          </a:r>
          <a:r>
            <a:rPr lang="en-US" b="0" i="0" dirty="0"/>
            <a:t>: Members can order books not currently in the library and will be notified once the books arrive.</a:t>
          </a:r>
          <a:endParaRPr lang="en-US" dirty="0"/>
        </a:p>
      </dgm:t>
    </dgm:pt>
    <dgm:pt modelId="{CBA9EA51-5564-4FAC-92AA-1CD2337A0683}" type="parTrans" cxnId="{2A797DB7-B46B-43C9-8DA0-B255D1FBA44D}">
      <dgm:prSet/>
      <dgm:spPr/>
      <dgm:t>
        <a:bodyPr/>
        <a:lstStyle/>
        <a:p>
          <a:endParaRPr lang="en-US"/>
        </a:p>
      </dgm:t>
    </dgm:pt>
    <dgm:pt modelId="{F03BE62C-5A9E-470C-A2CC-18834E087D2D}" type="sibTrans" cxnId="{2A797DB7-B46B-43C9-8DA0-B255D1FBA44D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8786A84D-7149-4D74-8678-E38FB8C5A952}">
      <dgm:prSet/>
      <dgm:spPr/>
      <dgm:t>
        <a:bodyPr/>
        <a:lstStyle/>
        <a:p>
          <a:r>
            <a:rPr lang="en-US" b="1" i="0" dirty="0"/>
            <a:t>Book Reservations</a:t>
          </a:r>
          <a:r>
            <a:rPr lang="en-US" b="0" i="0" dirty="0"/>
            <a:t>: Members can reserve unavailable books and will be notified when they become available.</a:t>
          </a:r>
          <a:endParaRPr lang="en-US" dirty="0"/>
        </a:p>
      </dgm:t>
    </dgm:pt>
    <dgm:pt modelId="{AC6405E9-973B-47DE-825C-AA3E5066C845}" type="parTrans" cxnId="{66EBBFA0-577D-4722-B4D4-9C207DE6F021}">
      <dgm:prSet/>
      <dgm:spPr/>
      <dgm:t>
        <a:bodyPr/>
        <a:lstStyle/>
        <a:p>
          <a:endParaRPr lang="en-US"/>
        </a:p>
      </dgm:t>
    </dgm:pt>
    <dgm:pt modelId="{B5BB463E-7544-428A-B1F2-52C867AE8FD5}" type="sibTrans" cxnId="{66EBBFA0-577D-4722-B4D4-9C207DE6F021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5EBD0657-7CDB-4405-BDB8-4A77B1E8B48B}" type="pres">
      <dgm:prSet presAssocID="{1FFF6CDA-C1FF-4475-B097-2D9BCFDED384}" presName="Name0" presStyleCnt="0">
        <dgm:presLayoutVars>
          <dgm:animLvl val="lvl"/>
          <dgm:resizeHandles val="exact"/>
        </dgm:presLayoutVars>
      </dgm:prSet>
      <dgm:spPr/>
    </dgm:pt>
    <dgm:pt modelId="{12B0B6FD-C017-482C-A6EC-15458BC5078F}" type="pres">
      <dgm:prSet presAssocID="{A42C02AA-91D4-4C68-A413-215ED1D85744}" presName="compositeNode" presStyleCnt="0">
        <dgm:presLayoutVars>
          <dgm:bulletEnabled val="1"/>
        </dgm:presLayoutVars>
      </dgm:prSet>
      <dgm:spPr/>
    </dgm:pt>
    <dgm:pt modelId="{09546010-9811-44B9-AE8D-5307DB45EFBE}" type="pres">
      <dgm:prSet presAssocID="{A42C02AA-91D4-4C68-A413-215ED1D85744}" presName="bgRect" presStyleLbl="alignNode1" presStyleIdx="0" presStyleCnt="3"/>
      <dgm:spPr/>
    </dgm:pt>
    <dgm:pt modelId="{D88045B4-3F7F-4ABD-839E-F239DE009E6C}" type="pres">
      <dgm:prSet presAssocID="{AC028656-A837-4ED7-9A33-0C1314B8495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6599861-C5A6-45D2-B5C2-8B05CD7F3F44}" type="pres">
      <dgm:prSet presAssocID="{A42C02AA-91D4-4C68-A413-215ED1D85744}" presName="nodeRect" presStyleLbl="alignNode1" presStyleIdx="0" presStyleCnt="3">
        <dgm:presLayoutVars>
          <dgm:bulletEnabled val="1"/>
        </dgm:presLayoutVars>
      </dgm:prSet>
      <dgm:spPr/>
    </dgm:pt>
    <dgm:pt modelId="{55AA0242-BA4B-4D53-9AD5-F8C4CDE7BC16}" type="pres">
      <dgm:prSet presAssocID="{AC028656-A837-4ED7-9A33-0C1314B8495B}" presName="sibTrans" presStyleCnt="0"/>
      <dgm:spPr/>
    </dgm:pt>
    <dgm:pt modelId="{CCA6F9D9-1846-4B87-8F92-08BC5D911184}" type="pres">
      <dgm:prSet presAssocID="{CF313537-78BB-4A49-B225-E86A85FADB29}" presName="compositeNode" presStyleCnt="0">
        <dgm:presLayoutVars>
          <dgm:bulletEnabled val="1"/>
        </dgm:presLayoutVars>
      </dgm:prSet>
      <dgm:spPr/>
    </dgm:pt>
    <dgm:pt modelId="{69AD0B59-BDF1-45A9-A0DF-90B4F78A67ED}" type="pres">
      <dgm:prSet presAssocID="{CF313537-78BB-4A49-B225-E86A85FADB29}" presName="bgRect" presStyleLbl="alignNode1" presStyleIdx="1" presStyleCnt="3"/>
      <dgm:spPr/>
    </dgm:pt>
    <dgm:pt modelId="{5EDC7DF9-2156-476C-8109-A5A77B2926D8}" type="pres">
      <dgm:prSet presAssocID="{F03BE62C-5A9E-470C-A2CC-18834E087D2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26FB571-711A-4B26-B73C-09E6467DB7F9}" type="pres">
      <dgm:prSet presAssocID="{CF313537-78BB-4A49-B225-E86A85FADB29}" presName="nodeRect" presStyleLbl="alignNode1" presStyleIdx="1" presStyleCnt="3">
        <dgm:presLayoutVars>
          <dgm:bulletEnabled val="1"/>
        </dgm:presLayoutVars>
      </dgm:prSet>
      <dgm:spPr/>
    </dgm:pt>
    <dgm:pt modelId="{2F1323CD-25BC-49AD-9EE7-7ADAFC4243C0}" type="pres">
      <dgm:prSet presAssocID="{F03BE62C-5A9E-470C-A2CC-18834E087D2D}" presName="sibTrans" presStyleCnt="0"/>
      <dgm:spPr/>
    </dgm:pt>
    <dgm:pt modelId="{1A90AD41-094A-4800-AEAB-9F1FE960F916}" type="pres">
      <dgm:prSet presAssocID="{8786A84D-7149-4D74-8678-E38FB8C5A952}" presName="compositeNode" presStyleCnt="0">
        <dgm:presLayoutVars>
          <dgm:bulletEnabled val="1"/>
        </dgm:presLayoutVars>
      </dgm:prSet>
      <dgm:spPr/>
    </dgm:pt>
    <dgm:pt modelId="{304CF3C5-EC00-4CDD-BD71-1F55E20C31C6}" type="pres">
      <dgm:prSet presAssocID="{8786A84D-7149-4D74-8678-E38FB8C5A952}" presName="bgRect" presStyleLbl="alignNode1" presStyleIdx="2" presStyleCnt="3"/>
      <dgm:spPr/>
    </dgm:pt>
    <dgm:pt modelId="{C4AD3ADE-6B36-48CD-92E4-1055FAA8045F}" type="pres">
      <dgm:prSet presAssocID="{B5BB463E-7544-428A-B1F2-52C867AE8FD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B04DD2D-8CFC-4EC2-BB68-73B15E69B90D}" type="pres">
      <dgm:prSet presAssocID="{8786A84D-7149-4D74-8678-E38FB8C5A952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3EE6770D-5360-4ADF-9210-D63261C8352F}" type="presOf" srcId="{A42C02AA-91D4-4C68-A413-215ED1D85744}" destId="{86599861-C5A6-45D2-B5C2-8B05CD7F3F44}" srcOrd="1" destOrd="0" presId="urn:microsoft.com/office/officeart/2016/7/layout/LinearBlockProcessNumbered"/>
    <dgm:cxn modelId="{2A4FEF10-A390-4EBB-8774-76E7A35699E6}" type="presOf" srcId="{A42C02AA-91D4-4C68-A413-215ED1D85744}" destId="{09546010-9811-44B9-AE8D-5307DB45EFBE}" srcOrd="0" destOrd="0" presId="urn:microsoft.com/office/officeart/2016/7/layout/LinearBlockProcessNumbered"/>
    <dgm:cxn modelId="{81B4AF28-22ED-4710-A2AD-46C4F16496AF}" type="presOf" srcId="{F03BE62C-5A9E-470C-A2CC-18834E087D2D}" destId="{5EDC7DF9-2156-476C-8109-A5A77B2926D8}" srcOrd="0" destOrd="0" presId="urn:microsoft.com/office/officeart/2016/7/layout/LinearBlockProcessNumbered"/>
    <dgm:cxn modelId="{05AC6D48-4207-46F1-AD7C-24B1250AA3A7}" type="presOf" srcId="{AC028656-A837-4ED7-9A33-0C1314B8495B}" destId="{D88045B4-3F7F-4ABD-839E-F239DE009E6C}" srcOrd="0" destOrd="0" presId="urn:microsoft.com/office/officeart/2016/7/layout/LinearBlockProcessNumbered"/>
    <dgm:cxn modelId="{F4453554-A27E-4947-9CCF-002F70FF2864}" type="presOf" srcId="{B5BB463E-7544-428A-B1F2-52C867AE8FD5}" destId="{C4AD3ADE-6B36-48CD-92E4-1055FAA8045F}" srcOrd="0" destOrd="0" presId="urn:microsoft.com/office/officeart/2016/7/layout/LinearBlockProcessNumbered"/>
    <dgm:cxn modelId="{9F70307F-3176-4C04-955C-1DF7F339A448}" type="presOf" srcId="{8786A84D-7149-4D74-8678-E38FB8C5A952}" destId="{EB04DD2D-8CFC-4EC2-BB68-73B15E69B90D}" srcOrd="1" destOrd="0" presId="urn:microsoft.com/office/officeart/2016/7/layout/LinearBlockProcessNumbered"/>
    <dgm:cxn modelId="{19C80588-9F5A-41D1-BA25-724A97241C3C}" type="presOf" srcId="{8786A84D-7149-4D74-8678-E38FB8C5A952}" destId="{304CF3C5-EC00-4CDD-BD71-1F55E20C31C6}" srcOrd="0" destOrd="0" presId="urn:microsoft.com/office/officeart/2016/7/layout/LinearBlockProcessNumbered"/>
    <dgm:cxn modelId="{ED9B588D-5172-4039-BE8C-820133281C6A}" srcId="{1FFF6CDA-C1FF-4475-B097-2D9BCFDED384}" destId="{A42C02AA-91D4-4C68-A413-215ED1D85744}" srcOrd="0" destOrd="0" parTransId="{DE5FC100-3F75-4631-A12C-E9815E9ED589}" sibTransId="{AC028656-A837-4ED7-9A33-0C1314B8495B}"/>
    <dgm:cxn modelId="{0C787193-44AF-4937-90DC-AEC6E0880017}" type="presOf" srcId="{1FFF6CDA-C1FF-4475-B097-2D9BCFDED384}" destId="{5EBD0657-7CDB-4405-BDB8-4A77B1E8B48B}" srcOrd="0" destOrd="0" presId="urn:microsoft.com/office/officeart/2016/7/layout/LinearBlockProcessNumbered"/>
    <dgm:cxn modelId="{19CCB199-7DC4-415B-ADB4-D67E972014E1}" type="presOf" srcId="{CF313537-78BB-4A49-B225-E86A85FADB29}" destId="{726FB571-711A-4B26-B73C-09E6467DB7F9}" srcOrd="1" destOrd="0" presId="urn:microsoft.com/office/officeart/2016/7/layout/LinearBlockProcessNumbered"/>
    <dgm:cxn modelId="{66EBBFA0-577D-4722-B4D4-9C207DE6F021}" srcId="{1FFF6CDA-C1FF-4475-B097-2D9BCFDED384}" destId="{8786A84D-7149-4D74-8678-E38FB8C5A952}" srcOrd="2" destOrd="0" parTransId="{AC6405E9-973B-47DE-825C-AA3E5066C845}" sibTransId="{B5BB463E-7544-428A-B1F2-52C867AE8FD5}"/>
    <dgm:cxn modelId="{2A797DB7-B46B-43C9-8DA0-B255D1FBA44D}" srcId="{1FFF6CDA-C1FF-4475-B097-2D9BCFDED384}" destId="{CF313537-78BB-4A49-B225-E86A85FADB29}" srcOrd="1" destOrd="0" parTransId="{CBA9EA51-5564-4FAC-92AA-1CD2337A0683}" sibTransId="{F03BE62C-5A9E-470C-A2CC-18834E087D2D}"/>
    <dgm:cxn modelId="{DE0D0BD5-BF48-4401-8799-DAFA32B5DD0E}" type="presOf" srcId="{CF313537-78BB-4A49-B225-E86A85FADB29}" destId="{69AD0B59-BDF1-45A9-A0DF-90B4F78A67ED}" srcOrd="0" destOrd="0" presId="urn:microsoft.com/office/officeart/2016/7/layout/LinearBlockProcessNumbered"/>
    <dgm:cxn modelId="{2C3B93CD-6325-4A24-A58B-6848FC9060F9}" type="presParOf" srcId="{5EBD0657-7CDB-4405-BDB8-4A77B1E8B48B}" destId="{12B0B6FD-C017-482C-A6EC-15458BC5078F}" srcOrd="0" destOrd="0" presId="urn:microsoft.com/office/officeart/2016/7/layout/LinearBlockProcessNumbered"/>
    <dgm:cxn modelId="{B2588A89-3BA6-4D01-9CDB-C436B731DFE7}" type="presParOf" srcId="{12B0B6FD-C017-482C-A6EC-15458BC5078F}" destId="{09546010-9811-44B9-AE8D-5307DB45EFBE}" srcOrd="0" destOrd="0" presId="urn:microsoft.com/office/officeart/2016/7/layout/LinearBlockProcessNumbered"/>
    <dgm:cxn modelId="{7596FDEC-4FD7-4478-A6F9-110C5CD7CC58}" type="presParOf" srcId="{12B0B6FD-C017-482C-A6EC-15458BC5078F}" destId="{D88045B4-3F7F-4ABD-839E-F239DE009E6C}" srcOrd="1" destOrd="0" presId="urn:microsoft.com/office/officeart/2016/7/layout/LinearBlockProcessNumbered"/>
    <dgm:cxn modelId="{7E15A63F-3DB5-4B09-B52B-1BB209034436}" type="presParOf" srcId="{12B0B6FD-C017-482C-A6EC-15458BC5078F}" destId="{86599861-C5A6-45D2-B5C2-8B05CD7F3F44}" srcOrd="2" destOrd="0" presId="urn:microsoft.com/office/officeart/2016/7/layout/LinearBlockProcessNumbered"/>
    <dgm:cxn modelId="{46332EAB-2D52-4C4E-845C-34C25CE6EFED}" type="presParOf" srcId="{5EBD0657-7CDB-4405-BDB8-4A77B1E8B48B}" destId="{55AA0242-BA4B-4D53-9AD5-F8C4CDE7BC16}" srcOrd="1" destOrd="0" presId="urn:microsoft.com/office/officeart/2016/7/layout/LinearBlockProcessNumbered"/>
    <dgm:cxn modelId="{48E5022D-FA54-4201-83F6-EF55E825F2B3}" type="presParOf" srcId="{5EBD0657-7CDB-4405-BDB8-4A77B1E8B48B}" destId="{CCA6F9D9-1846-4B87-8F92-08BC5D911184}" srcOrd="2" destOrd="0" presId="urn:microsoft.com/office/officeart/2016/7/layout/LinearBlockProcessNumbered"/>
    <dgm:cxn modelId="{55FE3619-74D0-42F1-96CF-CEE09E69FF84}" type="presParOf" srcId="{CCA6F9D9-1846-4B87-8F92-08BC5D911184}" destId="{69AD0B59-BDF1-45A9-A0DF-90B4F78A67ED}" srcOrd="0" destOrd="0" presId="urn:microsoft.com/office/officeart/2016/7/layout/LinearBlockProcessNumbered"/>
    <dgm:cxn modelId="{3D3E70F7-E12F-4098-9DE0-6AFC25C14A0F}" type="presParOf" srcId="{CCA6F9D9-1846-4B87-8F92-08BC5D911184}" destId="{5EDC7DF9-2156-476C-8109-A5A77B2926D8}" srcOrd="1" destOrd="0" presId="urn:microsoft.com/office/officeart/2016/7/layout/LinearBlockProcessNumbered"/>
    <dgm:cxn modelId="{E54ACF07-28CB-43DF-8869-81B9CC09687A}" type="presParOf" srcId="{CCA6F9D9-1846-4B87-8F92-08BC5D911184}" destId="{726FB571-711A-4B26-B73C-09E6467DB7F9}" srcOrd="2" destOrd="0" presId="urn:microsoft.com/office/officeart/2016/7/layout/LinearBlockProcessNumbered"/>
    <dgm:cxn modelId="{780E1FE2-46FA-4AAB-B372-9A6FAE9F203E}" type="presParOf" srcId="{5EBD0657-7CDB-4405-BDB8-4A77B1E8B48B}" destId="{2F1323CD-25BC-49AD-9EE7-7ADAFC4243C0}" srcOrd="3" destOrd="0" presId="urn:microsoft.com/office/officeart/2016/7/layout/LinearBlockProcessNumbered"/>
    <dgm:cxn modelId="{353C4891-0B4B-4ABC-BCD2-0038F462D66D}" type="presParOf" srcId="{5EBD0657-7CDB-4405-BDB8-4A77B1E8B48B}" destId="{1A90AD41-094A-4800-AEAB-9F1FE960F916}" srcOrd="4" destOrd="0" presId="urn:microsoft.com/office/officeart/2016/7/layout/LinearBlockProcessNumbered"/>
    <dgm:cxn modelId="{1F06601B-38E5-4C2A-9E1A-2F077C9D8BDA}" type="presParOf" srcId="{1A90AD41-094A-4800-AEAB-9F1FE960F916}" destId="{304CF3C5-EC00-4CDD-BD71-1F55E20C31C6}" srcOrd="0" destOrd="0" presId="urn:microsoft.com/office/officeart/2016/7/layout/LinearBlockProcessNumbered"/>
    <dgm:cxn modelId="{86B6DC7B-BE51-4219-8290-2F266C132A3D}" type="presParOf" srcId="{1A90AD41-094A-4800-AEAB-9F1FE960F916}" destId="{C4AD3ADE-6B36-48CD-92E4-1055FAA8045F}" srcOrd="1" destOrd="0" presId="urn:microsoft.com/office/officeart/2016/7/layout/LinearBlockProcessNumbered"/>
    <dgm:cxn modelId="{241918C0-95DF-48BA-9FE1-FC6076A3F0CB}" type="presParOf" srcId="{1A90AD41-094A-4800-AEAB-9F1FE960F916}" destId="{EB04DD2D-8CFC-4EC2-BB68-73B15E69B90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E7774B-709C-43A5-8C68-99A89CA7A7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EF8E6F-71D7-472F-B4FD-632A58CCBC13}">
      <dgm:prSet/>
      <dgm:spPr/>
      <dgm:t>
        <a:bodyPr/>
        <a:lstStyle/>
        <a:p>
          <a:r>
            <a:rPr lang="en-US"/>
            <a:t>Each Preference may belong to one and only one member. Each Member may enter one or more Preference.</a:t>
          </a:r>
        </a:p>
      </dgm:t>
    </dgm:pt>
    <dgm:pt modelId="{58436DC8-6D2E-4B2A-8D6F-8CAE93A3E0A5}" type="parTrans" cxnId="{9C94B70F-F4E6-4497-9A63-E212347E11CA}">
      <dgm:prSet/>
      <dgm:spPr/>
      <dgm:t>
        <a:bodyPr/>
        <a:lstStyle/>
        <a:p>
          <a:endParaRPr lang="en-US"/>
        </a:p>
      </dgm:t>
    </dgm:pt>
    <dgm:pt modelId="{83111C87-78FD-46E6-9743-1AAC44E2CE6C}" type="sibTrans" cxnId="{9C94B70F-F4E6-4497-9A63-E212347E11CA}">
      <dgm:prSet/>
      <dgm:spPr/>
      <dgm:t>
        <a:bodyPr/>
        <a:lstStyle/>
        <a:p>
          <a:endParaRPr lang="en-US"/>
        </a:p>
      </dgm:t>
    </dgm:pt>
    <dgm:pt modelId="{38335C87-2C64-4737-B949-63C9B0FB46E6}">
      <dgm:prSet/>
      <dgm:spPr/>
      <dgm:t>
        <a:bodyPr/>
        <a:lstStyle/>
        <a:p>
          <a:r>
            <a:rPr lang="en-US"/>
            <a:t>Each Member may can request one or more Reservation. Each Reservation must be made by one and only one Member. </a:t>
          </a:r>
        </a:p>
      </dgm:t>
    </dgm:pt>
    <dgm:pt modelId="{9DEA85A9-1E6A-4D88-8BA3-E47DB9EB9014}" type="parTrans" cxnId="{954373D3-E32F-468C-B6E3-20DA585D68D6}">
      <dgm:prSet/>
      <dgm:spPr/>
      <dgm:t>
        <a:bodyPr/>
        <a:lstStyle/>
        <a:p>
          <a:endParaRPr lang="en-US"/>
        </a:p>
      </dgm:t>
    </dgm:pt>
    <dgm:pt modelId="{36FDA33F-4ACA-4555-8DA2-18028AEE43AA}" type="sibTrans" cxnId="{954373D3-E32F-468C-B6E3-20DA585D68D6}">
      <dgm:prSet/>
      <dgm:spPr/>
      <dgm:t>
        <a:bodyPr/>
        <a:lstStyle/>
        <a:p>
          <a:endParaRPr lang="en-US"/>
        </a:p>
      </dgm:t>
    </dgm:pt>
    <dgm:pt modelId="{CB9975C9-7556-403F-8E5D-B8D31ED937DD}">
      <dgm:prSet/>
      <dgm:spPr/>
      <dgm:t>
        <a:bodyPr/>
        <a:lstStyle/>
        <a:p>
          <a:r>
            <a:rPr lang="en-US"/>
            <a:t>Each Member may buy one or more Purchase. Each Purchase must be record by one and only one Member. </a:t>
          </a:r>
        </a:p>
      </dgm:t>
    </dgm:pt>
    <dgm:pt modelId="{BDFA7E54-FCB8-4B70-8BAA-6855BE3CBE54}" type="parTrans" cxnId="{11CEACBF-5AFF-4889-9C7F-599AA7D9E73B}">
      <dgm:prSet/>
      <dgm:spPr/>
      <dgm:t>
        <a:bodyPr/>
        <a:lstStyle/>
        <a:p>
          <a:endParaRPr lang="en-US"/>
        </a:p>
      </dgm:t>
    </dgm:pt>
    <dgm:pt modelId="{2CE5EFBA-8532-4FF6-96C1-A31F455CB80F}" type="sibTrans" cxnId="{11CEACBF-5AFF-4889-9C7F-599AA7D9E73B}">
      <dgm:prSet/>
      <dgm:spPr/>
      <dgm:t>
        <a:bodyPr/>
        <a:lstStyle/>
        <a:p>
          <a:endParaRPr lang="en-US"/>
        </a:p>
      </dgm:t>
    </dgm:pt>
    <dgm:pt modelId="{0161BC81-35BD-4239-A6C8-4FF9F649A17E}">
      <dgm:prSet/>
      <dgm:spPr/>
      <dgm:t>
        <a:bodyPr/>
        <a:lstStyle/>
        <a:p>
          <a:r>
            <a:rPr lang="en-US"/>
            <a:t>Each Member may place one or more Book Order. Each Book Order must be placed by one and only one Member. </a:t>
          </a:r>
        </a:p>
      </dgm:t>
    </dgm:pt>
    <dgm:pt modelId="{29263B64-55F0-4452-9119-196054942831}" type="parTrans" cxnId="{D5FFA9C3-66F5-4244-86D4-189146A571B7}">
      <dgm:prSet/>
      <dgm:spPr/>
      <dgm:t>
        <a:bodyPr/>
        <a:lstStyle/>
        <a:p>
          <a:endParaRPr lang="en-US"/>
        </a:p>
      </dgm:t>
    </dgm:pt>
    <dgm:pt modelId="{96F5BF3F-E2D0-42F5-8DA1-BD0D6E865A03}" type="sibTrans" cxnId="{D5FFA9C3-66F5-4244-86D4-189146A571B7}">
      <dgm:prSet/>
      <dgm:spPr/>
      <dgm:t>
        <a:bodyPr/>
        <a:lstStyle/>
        <a:p>
          <a:endParaRPr lang="en-US"/>
        </a:p>
      </dgm:t>
    </dgm:pt>
    <dgm:pt modelId="{430E38B9-7898-42C6-B148-40B9C005D18A}">
      <dgm:prSet/>
      <dgm:spPr/>
      <dgm:t>
        <a:bodyPr/>
        <a:lstStyle/>
        <a:p>
          <a:r>
            <a:rPr lang="en-US"/>
            <a:t>Each Member may have it's record maintained by one or more Librarian. Each Librarian may manage by one and only one Member. </a:t>
          </a:r>
        </a:p>
      </dgm:t>
    </dgm:pt>
    <dgm:pt modelId="{0A7768C5-C270-4448-8066-73EB2A02B57B}" type="parTrans" cxnId="{B765BA91-9A76-4E74-9339-D66E68306960}">
      <dgm:prSet/>
      <dgm:spPr/>
      <dgm:t>
        <a:bodyPr/>
        <a:lstStyle/>
        <a:p>
          <a:endParaRPr lang="en-US"/>
        </a:p>
      </dgm:t>
    </dgm:pt>
    <dgm:pt modelId="{DDD3B984-B317-43CE-9961-BCD835705B1D}" type="sibTrans" cxnId="{B765BA91-9A76-4E74-9339-D66E68306960}">
      <dgm:prSet/>
      <dgm:spPr/>
      <dgm:t>
        <a:bodyPr/>
        <a:lstStyle/>
        <a:p>
          <a:endParaRPr lang="en-US"/>
        </a:p>
      </dgm:t>
    </dgm:pt>
    <dgm:pt modelId="{74BEF476-B48C-4072-9B86-E70F84C63C5A}">
      <dgm:prSet/>
      <dgm:spPr/>
      <dgm:t>
        <a:bodyPr/>
        <a:lstStyle/>
        <a:p>
          <a:r>
            <a:rPr lang="en-US"/>
            <a:t>Each Member may create one or more borrowing. Each borrowing must belong to one and only one Member.</a:t>
          </a:r>
        </a:p>
      </dgm:t>
    </dgm:pt>
    <dgm:pt modelId="{19E4DF6A-D0FD-4513-9BAF-62EAA0DBA03A}" type="parTrans" cxnId="{86AB5593-D62D-4E95-884E-5F3495FB9DEC}">
      <dgm:prSet/>
      <dgm:spPr/>
      <dgm:t>
        <a:bodyPr/>
        <a:lstStyle/>
        <a:p>
          <a:endParaRPr lang="en-US"/>
        </a:p>
      </dgm:t>
    </dgm:pt>
    <dgm:pt modelId="{9FD21724-4483-4C71-89E7-941E70E1BF46}" type="sibTrans" cxnId="{86AB5593-D62D-4E95-884E-5F3495FB9DEC}">
      <dgm:prSet/>
      <dgm:spPr/>
      <dgm:t>
        <a:bodyPr/>
        <a:lstStyle/>
        <a:p>
          <a:endParaRPr lang="en-US"/>
        </a:p>
      </dgm:t>
    </dgm:pt>
    <dgm:pt modelId="{E1B293DA-D04C-4870-959B-C43CF37A17A1}" type="pres">
      <dgm:prSet presAssocID="{47E7774B-709C-43A5-8C68-99A89CA7A742}" presName="linear" presStyleCnt="0">
        <dgm:presLayoutVars>
          <dgm:animLvl val="lvl"/>
          <dgm:resizeHandles val="exact"/>
        </dgm:presLayoutVars>
      </dgm:prSet>
      <dgm:spPr/>
    </dgm:pt>
    <dgm:pt modelId="{35685204-6872-431A-A0FA-5241E94C9D8E}" type="pres">
      <dgm:prSet presAssocID="{8BEF8E6F-71D7-472F-B4FD-632A58CCBC1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BC5C630-B1A0-4108-902A-799A429F5F0C}" type="pres">
      <dgm:prSet presAssocID="{83111C87-78FD-46E6-9743-1AAC44E2CE6C}" presName="spacer" presStyleCnt="0"/>
      <dgm:spPr/>
    </dgm:pt>
    <dgm:pt modelId="{64B784E9-EA8D-41F1-81FC-0571F11B5C5A}" type="pres">
      <dgm:prSet presAssocID="{38335C87-2C64-4737-B949-63C9B0FB46E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7259813-0A2A-4C8E-877E-6BC7A4A5D7E4}" type="pres">
      <dgm:prSet presAssocID="{36FDA33F-4ACA-4555-8DA2-18028AEE43AA}" presName="spacer" presStyleCnt="0"/>
      <dgm:spPr/>
    </dgm:pt>
    <dgm:pt modelId="{D49BB8BE-C2A2-4E64-9959-AB4A521128A6}" type="pres">
      <dgm:prSet presAssocID="{CB9975C9-7556-403F-8E5D-B8D31ED937D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88EC149-E0A6-4D9B-8EA2-AB77D9AED5FD}" type="pres">
      <dgm:prSet presAssocID="{2CE5EFBA-8532-4FF6-96C1-A31F455CB80F}" presName="spacer" presStyleCnt="0"/>
      <dgm:spPr/>
    </dgm:pt>
    <dgm:pt modelId="{0F9DD23C-F0A6-45FE-B621-36532EE0E3EA}" type="pres">
      <dgm:prSet presAssocID="{0161BC81-35BD-4239-A6C8-4FF9F649A17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08899D7-1B53-4EDF-8764-A52AC98E6EEB}" type="pres">
      <dgm:prSet presAssocID="{96F5BF3F-E2D0-42F5-8DA1-BD0D6E865A03}" presName="spacer" presStyleCnt="0"/>
      <dgm:spPr/>
    </dgm:pt>
    <dgm:pt modelId="{50972984-F786-4C31-8867-FA2DA05194D9}" type="pres">
      <dgm:prSet presAssocID="{430E38B9-7898-42C6-B148-40B9C005D18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11FA572-1552-4C9A-8461-FFDDDA446CA3}" type="pres">
      <dgm:prSet presAssocID="{DDD3B984-B317-43CE-9961-BCD835705B1D}" presName="spacer" presStyleCnt="0"/>
      <dgm:spPr/>
    </dgm:pt>
    <dgm:pt modelId="{F2588A3C-993B-48B0-A602-E7EC62D5DC9E}" type="pres">
      <dgm:prSet presAssocID="{74BEF476-B48C-4072-9B86-E70F84C63C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C94B70F-F4E6-4497-9A63-E212347E11CA}" srcId="{47E7774B-709C-43A5-8C68-99A89CA7A742}" destId="{8BEF8E6F-71D7-472F-B4FD-632A58CCBC13}" srcOrd="0" destOrd="0" parTransId="{58436DC8-6D2E-4B2A-8D6F-8CAE93A3E0A5}" sibTransId="{83111C87-78FD-46E6-9743-1AAC44E2CE6C}"/>
    <dgm:cxn modelId="{C0400018-C2F6-4B22-A7B1-3CCC201E3928}" type="presOf" srcId="{38335C87-2C64-4737-B949-63C9B0FB46E6}" destId="{64B784E9-EA8D-41F1-81FC-0571F11B5C5A}" srcOrd="0" destOrd="0" presId="urn:microsoft.com/office/officeart/2005/8/layout/vList2"/>
    <dgm:cxn modelId="{34FAF627-0C89-4D2E-BEEE-2EDBF388430B}" type="presOf" srcId="{CB9975C9-7556-403F-8E5D-B8D31ED937DD}" destId="{D49BB8BE-C2A2-4E64-9959-AB4A521128A6}" srcOrd="0" destOrd="0" presId="urn:microsoft.com/office/officeart/2005/8/layout/vList2"/>
    <dgm:cxn modelId="{63E9B333-3F3A-43CE-83A2-17944B65704B}" type="presOf" srcId="{47E7774B-709C-43A5-8C68-99A89CA7A742}" destId="{E1B293DA-D04C-4870-959B-C43CF37A17A1}" srcOrd="0" destOrd="0" presId="urn:microsoft.com/office/officeart/2005/8/layout/vList2"/>
    <dgm:cxn modelId="{5E00BA36-3087-47CC-832F-1D711DE11E06}" type="presOf" srcId="{8BEF8E6F-71D7-472F-B4FD-632A58CCBC13}" destId="{35685204-6872-431A-A0FA-5241E94C9D8E}" srcOrd="0" destOrd="0" presId="urn:microsoft.com/office/officeart/2005/8/layout/vList2"/>
    <dgm:cxn modelId="{A486B943-2418-4F55-9577-C0C69E38E3A8}" type="presOf" srcId="{0161BC81-35BD-4239-A6C8-4FF9F649A17E}" destId="{0F9DD23C-F0A6-45FE-B621-36532EE0E3EA}" srcOrd="0" destOrd="0" presId="urn:microsoft.com/office/officeart/2005/8/layout/vList2"/>
    <dgm:cxn modelId="{403C0052-96E2-48B5-A061-BA6149366D54}" type="presOf" srcId="{430E38B9-7898-42C6-B148-40B9C005D18A}" destId="{50972984-F786-4C31-8867-FA2DA05194D9}" srcOrd="0" destOrd="0" presId="urn:microsoft.com/office/officeart/2005/8/layout/vList2"/>
    <dgm:cxn modelId="{8F637B8D-AA9D-4795-8B7B-C181179C8D31}" type="presOf" srcId="{74BEF476-B48C-4072-9B86-E70F84C63C5A}" destId="{F2588A3C-993B-48B0-A602-E7EC62D5DC9E}" srcOrd="0" destOrd="0" presId="urn:microsoft.com/office/officeart/2005/8/layout/vList2"/>
    <dgm:cxn modelId="{B765BA91-9A76-4E74-9339-D66E68306960}" srcId="{47E7774B-709C-43A5-8C68-99A89CA7A742}" destId="{430E38B9-7898-42C6-B148-40B9C005D18A}" srcOrd="4" destOrd="0" parTransId="{0A7768C5-C270-4448-8066-73EB2A02B57B}" sibTransId="{DDD3B984-B317-43CE-9961-BCD835705B1D}"/>
    <dgm:cxn modelId="{86AB5593-D62D-4E95-884E-5F3495FB9DEC}" srcId="{47E7774B-709C-43A5-8C68-99A89CA7A742}" destId="{74BEF476-B48C-4072-9B86-E70F84C63C5A}" srcOrd="5" destOrd="0" parTransId="{19E4DF6A-D0FD-4513-9BAF-62EAA0DBA03A}" sibTransId="{9FD21724-4483-4C71-89E7-941E70E1BF46}"/>
    <dgm:cxn modelId="{11CEACBF-5AFF-4889-9C7F-599AA7D9E73B}" srcId="{47E7774B-709C-43A5-8C68-99A89CA7A742}" destId="{CB9975C9-7556-403F-8E5D-B8D31ED937DD}" srcOrd="2" destOrd="0" parTransId="{BDFA7E54-FCB8-4B70-8BAA-6855BE3CBE54}" sibTransId="{2CE5EFBA-8532-4FF6-96C1-A31F455CB80F}"/>
    <dgm:cxn modelId="{D5FFA9C3-66F5-4244-86D4-189146A571B7}" srcId="{47E7774B-709C-43A5-8C68-99A89CA7A742}" destId="{0161BC81-35BD-4239-A6C8-4FF9F649A17E}" srcOrd="3" destOrd="0" parTransId="{29263B64-55F0-4452-9119-196054942831}" sibTransId="{96F5BF3F-E2D0-42F5-8DA1-BD0D6E865A03}"/>
    <dgm:cxn modelId="{954373D3-E32F-468C-B6E3-20DA585D68D6}" srcId="{47E7774B-709C-43A5-8C68-99A89CA7A742}" destId="{38335C87-2C64-4737-B949-63C9B0FB46E6}" srcOrd="1" destOrd="0" parTransId="{9DEA85A9-1E6A-4D88-8BA3-E47DB9EB9014}" sibTransId="{36FDA33F-4ACA-4555-8DA2-18028AEE43AA}"/>
    <dgm:cxn modelId="{05DC2D1B-6B12-4050-8238-BEAAF173FC11}" type="presParOf" srcId="{E1B293DA-D04C-4870-959B-C43CF37A17A1}" destId="{35685204-6872-431A-A0FA-5241E94C9D8E}" srcOrd="0" destOrd="0" presId="urn:microsoft.com/office/officeart/2005/8/layout/vList2"/>
    <dgm:cxn modelId="{E33480A7-496A-43B9-813F-380F05D4A85A}" type="presParOf" srcId="{E1B293DA-D04C-4870-959B-C43CF37A17A1}" destId="{7BC5C630-B1A0-4108-902A-799A429F5F0C}" srcOrd="1" destOrd="0" presId="urn:microsoft.com/office/officeart/2005/8/layout/vList2"/>
    <dgm:cxn modelId="{918CB7B9-E0A4-413D-A1D4-85E7A69779BC}" type="presParOf" srcId="{E1B293DA-D04C-4870-959B-C43CF37A17A1}" destId="{64B784E9-EA8D-41F1-81FC-0571F11B5C5A}" srcOrd="2" destOrd="0" presId="urn:microsoft.com/office/officeart/2005/8/layout/vList2"/>
    <dgm:cxn modelId="{5488AC41-B82D-489F-84F9-AB9FA9D97B02}" type="presParOf" srcId="{E1B293DA-D04C-4870-959B-C43CF37A17A1}" destId="{77259813-0A2A-4C8E-877E-6BC7A4A5D7E4}" srcOrd="3" destOrd="0" presId="urn:microsoft.com/office/officeart/2005/8/layout/vList2"/>
    <dgm:cxn modelId="{84D12A3A-6307-4AE4-9614-ABF512F52581}" type="presParOf" srcId="{E1B293DA-D04C-4870-959B-C43CF37A17A1}" destId="{D49BB8BE-C2A2-4E64-9959-AB4A521128A6}" srcOrd="4" destOrd="0" presId="urn:microsoft.com/office/officeart/2005/8/layout/vList2"/>
    <dgm:cxn modelId="{5D9DB9BA-3CA3-44F1-934B-CF4B56A3FA8B}" type="presParOf" srcId="{E1B293DA-D04C-4870-959B-C43CF37A17A1}" destId="{288EC149-E0A6-4D9B-8EA2-AB77D9AED5FD}" srcOrd="5" destOrd="0" presId="urn:microsoft.com/office/officeart/2005/8/layout/vList2"/>
    <dgm:cxn modelId="{7EF7CAA8-162F-479B-AD36-CE2B05934AB0}" type="presParOf" srcId="{E1B293DA-D04C-4870-959B-C43CF37A17A1}" destId="{0F9DD23C-F0A6-45FE-B621-36532EE0E3EA}" srcOrd="6" destOrd="0" presId="urn:microsoft.com/office/officeart/2005/8/layout/vList2"/>
    <dgm:cxn modelId="{39405E22-03FB-46EA-A16E-F5A597FC17CB}" type="presParOf" srcId="{E1B293DA-D04C-4870-959B-C43CF37A17A1}" destId="{708899D7-1B53-4EDF-8764-A52AC98E6EEB}" srcOrd="7" destOrd="0" presId="urn:microsoft.com/office/officeart/2005/8/layout/vList2"/>
    <dgm:cxn modelId="{6F4FB021-208D-4CAA-AAD8-F49F9EEECD5F}" type="presParOf" srcId="{E1B293DA-D04C-4870-959B-C43CF37A17A1}" destId="{50972984-F786-4C31-8867-FA2DA05194D9}" srcOrd="8" destOrd="0" presId="urn:microsoft.com/office/officeart/2005/8/layout/vList2"/>
    <dgm:cxn modelId="{DAE5001C-2A4C-4B46-88FD-C4DACADEB168}" type="presParOf" srcId="{E1B293DA-D04C-4870-959B-C43CF37A17A1}" destId="{711FA572-1552-4C9A-8461-FFDDDA446CA3}" srcOrd="9" destOrd="0" presId="urn:microsoft.com/office/officeart/2005/8/layout/vList2"/>
    <dgm:cxn modelId="{E4808246-C4BE-440F-A5BE-6CBA72F77572}" type="presParOf" srcId="{E1B293DA-D04C-4870-959B-C43CF37A17A1}" destId="{F2588A3C-993B-48B0-A602-E7EC62D5DC9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E7774B-709C-43A5-8C68-99A89CA7A7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D46301-981A-4665-89C8-4055019FBBC1}">
      <dgm:prSet/>
      <dgm:spPr/>
      <dgm:t>
        <a:bodyPr/>
        <a:lstStyle/>
        <a:p>
          <a:r>
            <a:rPr lang="en-US" dirty="0"/>
            <a:t>Each Book may can have one or more Reservation. Each Reservation must be recorded by one and only one Book. </a:t>
          </a:r>
          <a:endParaRPr lang="lb-LU" dirty="0"/>
        </a:p>
      </dgm:t>
    </dgm:pt>
    <dgm:pt modelId="{CD3F3A54-4F13-43AC-B339-4A544BA0EBF9}" type="parTrans" cxnId="{D812AB2A-C5B5-46F4-8160-026B4729569F}">
      <dgm:prSet/>
      <dgm:spPr/>
      <dgm:t>
        <a:bodyPr/>
        <a:lstStyle/>
        <a:p>
          <a:endParaRPr lang="lb-LU"/>
        </a:p>
      </dgm:t>
    </dgm:pt>
    <dgm:pt modelId="{48062FA5-785D-47A8-92BE-01B1DE7A405A}" type="sibTrans" cxnId="{D812AB2A-C5B5-46F4-8160-026B4729569F}">
      <dgm:prSet/>
      <dgm:spPr/>
      <dgm:t>
        <a:bodyPr/>
        <a:lstStyle/>
        <a:p>
          <a:endParaRPr lang="lb-LU"/>
        </a:p>
      </dgm:t>
    </dgm:pt>
    <dgm:pt modelId="{492E3360-E68C-4E11-923E-0CF91906A9D2}">
      <dgm:prSet/>
      <dgm:spPr/>
      <dgm:t>
        <a:bodyPr/>
        <a:lstStyle/>
        <a:p>
          <a:r>
            <a:rPr lang="en-US" dirty="0"/>
            <a:t>Each Book may can be purchased by one or more Purchase. Each Purchase must be recorded by one and only one Book. </a:t>
          </a:r>
          <a:endParaRPr lang="lb-LU" dirty="0"/>
        </a:p>
      </dgm:t>
    </dgm:pt>
    <dgm:pt modelId="{F688BAD0-7BC6-4E52-9989-7D76CA02E2A4}" type="parTrans" cxnId="{58AF87EC-83DC-490A-8FBC-9835146D6C8C}">
      <dgm:prSet/>
      <dgm:spPr/>
      <dgm:t>
        <a:bodyPr/>
        <a:lstStyle/>
        <a:p>
          <a:endParaRPr lang="lb-LU"/>
        </a:p>
      </dgm:t>
    </dgm:pt>
    <dgm:pt modelId="{A97F80FB-495F-4BE7-B136-F59A4CD9D5DB}" type="sibTrans" cxnId="{58AF87EC-83DC-490A-8FBC-9835146D6C8C}">
      <dgm:prSet/>
      <dgm:spPr/>
      <dgm:t>
        <a:bodyPr/>
        <a:lstStyle/>
        <a:p>
          <a:endParaRPr lang="lb-LU"/>
        </a:p>
      </dgm:t>
    </dgm:pt>
    <dgm:pt modelId="{C34E0703-603E-42A9-80CE-81271D627EE0}">
      <dgm:prSet/>
      <dgm:spPr/>
      <dgm:t>
        <a:bodyPr/>
        <a:lstStyle/>
        <a:p>
          <a:r>
            <a:rPr lang="en-US" dirty="0"/>
            <a:t>Each Book may can be ordered by one or more Book Order. Each Book Order must be for one and only one Book. </a:t>
          </a:r>
          <a:endParaRPr lang="lb-LU" dirty="0"/>
        </a:p>
      </dgm:t>
    </dgm:pt>
    <dgm:pt modelId="{4A837906-0C66-4506-BFA7-7F42A66680EC}" type="parTrans" cxnId="{9A83249A-6430-408C-B421-A095193E6DCF}">
      <dgm:prSet/>
      <dgm:spPr/>
      <dgm:t>
        <a:bodyPr/>
        <a:lstStyle/>
        <a:p>
          <a:endParaRPr lang="lb-LU"/>
        </a:p>
      </dgm:t>
    </dgm:pt>
    <dgm:pt modelId="{EA1B2BCA-EA89-4665-8BDF-35A38DDF1CA0}" type="sibTrans" cxnId="{9A83249A-6430-408C-B421-A095193E6DCF}">
      <dgm:prSet/>
      <dgm:spPr/>
      <dgm:t>
        <a:bodyPr/>
        <a:lstStyle/>
        <a:p>
          <a:endParaRPr lang="lb-LU"/>
        </a:p>
      </dgm:t>
    </dgm:pt>
    <dgm:pt modelId="{FB14D505-ADA5-42F7-94F1-7DE1D56FFED9}">
      <dgm:prSet/>
      <dgm:spPr/>
      <dgm:t>
        <a:bodyPr/>
        <a:lstStyle/>
        <a:p>
          <a:r>
            <a:rPr lang="en-US" dirty="0"/>
            <a:t>Each Book may can have it's record updated by one or more borrowing. Each borrowing must be recorded for one and only one Book. </a:t>
          </a:r>
          <a:endParaRPr lang="lb-LU" dirty="0"/>
        </a:p>
      </dgm:t>
    </dgm:pt>
    <dgm:pt modelId="{A3DF55E7-2475-43FA-8396-59AC8BDDD097}" type="parTrans" cxnId="{E7656358-5FF5-4D68-A33E-9392C9D9CBCA}">
      <dgm:prSet/>
      <dgm:spPr/>
      <dgm:t>
        <a:bodyPr/>
        <a:lstStyle/>
        <a:p>
          <a:endParaRPr lang="lb-LU"/>
        </a:p>
      </dgm:t>
    </dgm:pt>
    <dgm:pt modelId="{C0E46ACF-1CD4-4FF8-BD9E-4C23417F2A47}" type="sibTrans" cxnId="{E7656358-5FF5-4D68-A33E-9392C9D9CBCA}">
      <dgm:prSet/>
      <dgm:spPr/>
      <dgm:t>
        <a:bodyPr/>
        <a:lstStyle/>
        <a:p>
          <a:endParaRPr lang="lb-LU"/>
        </a:p>
      </dgm:t>
    </dgm:pt>
    <dgm:pt modelId="{03AB33B8-5168-48FE-9DC9-44B16750D7A4}">
      <dgm:prSet/>
      <dgm:spPr/>
      <dgm:t>
        <a:bodyPr/>
        <a:lstStyle/>
        <a:p>
          <a:r>
            <a:rPr lang="en-US" dirty="0"/>
            <a:t>Each Book must have it's record updated by one or more Librarian. Each Librarian must maintain one or more Book. </a:t>
          </a:r>
          <a:endParaRPr lang="lb-LU" dirty="0"/>
        </a:p>
      </dgm:t>
    </dgm:pt>
    <dgm:pt modelId="{F10A53A7-88DD-42E2-8606-6D3AA8269946}" type="parTrans" cxnId="{CB5E8573-65AA-477B-AA30-8AB116EF510B}">
      <dgm:prSet/>
      <dgm:spPr/>
      <dgm:t>
        <a:bodyPr/>
        <a:lstStyle/>
        <a:p>
          <a:endParaRPr lang="lb-LU"/>
        </a:p>
      </dgm:t>
    </dgm:pt>
    <dgm:pt modelId="{B74D6C00-9CC6-4B6E-A95F-2A9861F48622}" type="sibTrans" cxnId="{CB5E8573-65AA-477B-AA30-8AB116EF510B}">
      <dgm:prSet/>
      <dgm:spPr/>
      <dgm:t>
        <a:bodyPr/>
        <a:lstStyle/>
        <a:p>
          <a:endParaRPr lang="lb-LU"/>
        </a:p>
      </dgm:t>
    </dgm:pt>
    <dgm:pt modelId="{E8C49D79-5062-4373-AF99-AC80C25B5BA3}">
      <dgm:prSet/>
      <dgm:spPr/>
      <dgm:t>
        <a:bodyPr/>
        <a:lstStyle/>
        <a:p>
          <a:r>
            <a:rPr lang="en-US"/>
            <a:t>Each Book must be written by one or more Author. Each Author must write one or more Book.</a:t>
          </a:r>
          <a:endParaRPr lang="lb-LU"/>
        </a:p>
      </dgm:t>
    </dgm:pt>
    <dgm:pt modelId="{DE269F17-0A25-42A2-BA56-61CBE44B9449}" type="parTrans" cxnId="{103B7795-2C54-471A-87FD-DA3F0421AAA0}">
      <dgm:prSet/>
      <dgm:spPr/>
      <dgm:t>
        <a:bodyPr/>
        <a:lstStyle/>
        <a:p>
          <a:endParaRPr lang="lb-LU"/>
        </a:p>
      </dgm:t>
    </dgm:pt>
    <dgm:pt modelId="{A9866961-E5E8-44F2-AA71-0BB760ED54D8}" type="sibTrans" cxnId="{103B7795-2C54-471A-87FD-DA3F0421AAA0}">
      <dgm:prSet/>
      <dgm:spPr/>
      <dgm:t>
        <a:bodyPr/>
        <a:lstStyle/>
        <a:p>
          <a:endParaRPr lang="lb-LU"/>
        </a:p>
      </dgm:t>
    </dgm:pt>
    <dgm:pt modelId="{E1B293DA-D04C-4870-959B-C43CF37A17A1}" type="pres">
      <dgm:prSet presAssocID="{47E7774B-709C-43A5-8C68-99A89CA7A742}" presName="linear" presStyleCnt="0">
        <dgm:presLayoutVars>
          <dgm:animLvl val="lvl"/>
          <dgm:resizeHandles val="exact"/>
        </dgm:presLayoutVars>
      </dgm:prSet>
      <dgm:spPr/>
    </dgm:pt>
    <dgm:pt modelId="{5C812308-C4BF-40CB-A455-7AE14D284D56}" type="pres">
      <dgm:prSet presAssocID="{E9D46301-981A-4665-89C8-4055019FBBC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195B47F-6476-487A-8D08-6975B07A0B98}" type="pres">
      <dgm:prSet presAssocID="{48062FA5-785D-47A8-92BE-01B1DE7A405A}" presName="spacer" presStyleCnt="0"/>
      <dgm:spPr/>
    </dgm:pt>
    <dgm:pt modelId="{8EFD1E80-630C-402F-8E55-33E372674489}" type="pres">
      <dgm:prSet presAssocID="{492E3360-E68C-4E11-923E-0CF91906A9D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CB76D85-46FD-4896-B5EB-9D5D079BB0EE}" type="pres">
      <dgm:prSet presAssocID="{A97F80FB-495F-4BE7-B136-F59A4CD9D5DB}" presName="spacer" presStyleCnt="0"/>
      <dgm:spPr/>
    </dgm:pt>
    <dgm:pt modelId="{0ED70FC5-543A-4093-A313-112F2299883F}" type="pres">
      <dgm:prSet presAssocID="{C34E0703-603E-42A9-80CE-81271D627EE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9B75881-5ECF-4EFF-BF32-673AC0178B20}" type="pres">
      <dgm:prSet presAssocID="{EA1B2BCA-EA89-4665-8BDF-35A38DDF1CA0}" presName="spacer" presStyleCnt="0"/>
      <dgm:spPr/>
    </dgm:pt>
    <dgm:pt modelId="{E319F1C6-A06F-4863-A1D0-F81E37B7FB0A}" type="pres">
      <dgm:prSet presAssocID="{FB14D505-ADA5-42F7-94F1-7DE1D56FFED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16F4203-5E52-4A0A-B5D3-84761C108730}" type="pres">
      <dgm:prSet presAssocID="{C0E46ACF-1CD4-4FF8-BD9E-4C23417F2A47}" presName="spacer" presStyleCnt="0"/>
      <dgm:spPr/>
    </dgm:pt>
    <dgm:pt modelId="{C22FA9AB-5A5A-4F45-83F3-C382E9D8587B}" type="pres">
      <dgm:prSet presAssocID="{03AB33B8-5168-48FE-9DC9-44B16750D7A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ED2B159-DC83-4A1B-9C6F-E8AEBD6CF5BE}" type="pres">
      <dgm:prSet presAssocID="{B74D6C00-9CC6-4B6E-A95F-2A9861F48622}" presName="spacer" presStyleCnt="0"/>
      <dgm:spPr/>
    </dgm:pt>
    <dgm:pt modelId="{AD7617F9-9312-4B47-912A-86DC408BB007}" type="pres">
      <dgm:prSet presAssocID="{E8C49D79-5062-4373-AF99-AC80C25B5BA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4C13207-F541-436A-95DA-EC50E2F1671A}" type="presOf" srcId="{C34E0703-603E-42A9-80CE-81271D627EE0}" destId="{0ED70FC5-543A-4093-A313-112F2299883F}" srcOrd="0" destOrd="0" presId="urn:microsoft.com/office/officeart/2005/8/layout/vList2"/>
    <dgm:cxn modelId="{73D8AF0A-C55F-4AE7-A38F-F47823FF1798}" type="presOf" srcId="{FB14D505-ADA5-42F7-94F1-7DE1D56FFED9}" destId="{E319F1C6-A06F-4863-A1D0-F81E37B7FB0A}" srcOrd="0" destOrd="0" presId="urn:microsoft.com/office/officeart/2005/8/layout/vList2"/>
    <dgm:cxn modelId="{D812AB2A-C5B5-46F4-8160-026B4729569F}" srcId="{47E7774B-709C-43A5-8C68-99A89CA7A742}" destId="{E9D46301-981A-4665-89C8-4055019FBBC1}" srcOrd="0" destOrd="0" parTransId="{CD3F3A54-4F13-43AC-B339-4A544BA0EBF9}" sibTransId="{48062FA5-785D-47A8-92BE-01B1DE7A405A}"/>
    <dgm:cxn modelId="{63E9B333-3F3A-43CE-83A2-17944B65704B}" type="presOf" srcId="{47E7774B-709C-43A5-8C68-99A89CA7A742}" destId="{E1B293DA-D04C-4870-959B-C43CF37A17A1}" srcOrd="0" destOrd="0" presId="urn:microsoft.com/office/officeart/2005/8/layout/vList2"/>
    <dgm:cxn modelId="{86B6644F-1FE1-420C-9C61-211BCBE02FF7}" type="presOf" srcId="{E8C49D79-5062-4373-AF99-AC80C25B5BA3}" destId="{AD7617F9-9312-4B47-912A-86DC408BB007}" srcOrd="0" destOrd="0" presId="urn:microsoft.com/office/officeart/2005/8/layout/vList2"/>
    <dgm:cxn modelId="{CB5E8573-65AA-477B-AA30-8AB116EF510B}" srcId="{47E7774B-709C-43A5-8C68-99A89CA7A742}" destId="{03AB33B8-5168-48FE-9DC9-44B16750D7A4}" srcOrd="4" destOrd="0" parTransId="{F10A53A7-88DD-42E2-8606-6D3AA8269946}" sibTransId="{B74D6C00-9CC6-4B6E-A95F-2A9861F48622}"/>
    <dgm:cxn modelId="{E7656358-5FF5-4D68-A33E-9392C9D9CBCA}" srcId="{47E7774B-709C-43A5-8C68-99A89CA7A742}" destId="{FB14D505-ADA5-42F7-94F1-7DE1D56FFED9}" srcOrd="3" destOrd="0" parTransId="{A3DF55E7-2475-43FA-8396-59AC8BDDD097}" sibTransId="{C0E46ACF-1CD4-4FF8-BD9E-4C23417F2A47}"/>
    <dgm:cxn modelId="{960AFE7A-8517-4766-A709-194ED672A99A}" type="presOf" srcId="{E9D46301-981A-4665-89C8-4055019FBBC1}" destId="{5C812308-C4BF-40CB-A455-7AE14D284D56}" srcOrd="0" destOrd="0" presId="urn:microsoft.com/office/officeart/2005/8/layout/vList2"/>
    <dgm:cxn modelId="{AB290688-3818-486E-A436-44502689515B}" type="presOf" srcId="{492E3360-E68C-4E11-923E-0CF91906A9D2}" destId="{8EFD1E80-630C-402F-8E55-33E372674489}" srcOrd="0" destOrd="0" presId="urn:microsoft.com/office/officeart/2005/8/layout/vList2"/>
    <dgm:cxn modelId="{103B7795-2C54-471A-87FD-DA3F0421AAA0}" srcId="{47E7774B-709C-43A5-8C68-99A89CA7A742}" destId="{E8C49D79-5062-4373-AF99-AC80C25B5BA3}" srcOrd="5" destOrd="0" parTransId="{DE269F17-0A25-42A2-BA56-61CBE44B9449}" sibTransId="{A9866961-E5E8-44F2-AA71-0BB760ED54D8}"/>
    <dgm:cxn modelId="{9A83249A-6430-408C-B421-A095193E6DCF}" srcId="{47E7774B-709C-43A5-8C68-99A89CA7A742}" destId="{C34E0703-603E-42A9-80CE-81271D627EE0}" srcOrd="2" destOrd="0" parTransId="{4A837906-0C66-4506-BFA7-7F42A66680EC}" sibTransId="{EA1B2BCA-EA89-4665-8BDF-35A38DDF1CA0}"/>
    <dgm:cxn modelId="{1E9B22B2-5BA7-4FEA-827C-1C9084115178}" type="presOf" srcId="{03AB33B8-5168-48FE-9DC9-44B16750D7A4}" destId="{C22FA9AB-5A5A-4F45-83F3-C382E9D8587B}" srcOrd="0" destOrd="0" presId="urn:microsoft.com/office/officeart/2005/8/layout/vList2"/>
    <dgm:cxn modelId="{58AF87EC-83DC-490A-8FBC-9835146D6C8C}" srcId="{47E7774B-709C-43A5-8C68-99A89CA7A742}" destId="{492E3360-E68C-4E11-923E-0CF91906A9D2}" srcOrd="1" destOrd="0" parTransId="{F688BAD0-7BC6-4E52-9989-7D76CA02E2A4}" sibTransId="{A97F80FB-495F-4BE7-B136-F59A4CD9D5DB}"/>
    <dgm:cxn modelId="{66F95F2A-23DD-48C7-BEB0-A0755B8DD57C}" type="presParOf" srcId="{E1B293DA-D04C-4870-959B-C43CF37A17A1}" destId="{5C812308-C4BF-40CB-A455-7AE14D284D56}" srcOrd="0" destOrd="0" presId="urn:microsoft.com/office/officeart/2005/8/layout/vList2"/>
    <dgm:cxn modelId="{C436D117-03D2-4060-AC3F-75ABEDC54E62}" type="presParOf" srcId="{E1B293DA-D04C-4870-959B-C43CF37A17A1}" destId="{5195B47F-6476-487A-8D08-6975B07A0B98}" srcOrd="1" destOrd="0" presId="urn:microsoft.com/office/officeart/2005/8/layout/vList2"/>
    <dgm:cxn modelId="{8C40843C-970A-411C-8526-D1A9E72B2BCA}" type="presParOf" srcId="{E1B293DA-D04C-4870-959B-C43CF37A17A1}" destId="{8EFD1E80-630C-402F-8E55-33E372674489}" srcOrd="2" destOrd="0" presId="urn:microsoft.com/office/officeart/2005/8/layout/vList2"/>
    <dgm:cxn modelId="{46B4F40E-1535-4247-82E5-A73D0F99AD74}" type="presParOf" srcId="{E1B293DA-D04C-4870-959B-C43CF37A17A1}" destId="{ECB76D85-46FD-4896-B5EB-9D5D079BB0EE}" srcOrd="3" destOrd="0" presId="urn:microsoft.com/office/officeart/2005/8/layout/vList2"/>
    <dgm:cxn modelId="{AAF6C14E-D718-442F-80E3-2D68709789CF}" type="presParOf" srcId="{E1B293DA-D04C-4870-959B-C43CF37A17A1}" destId="{0ED70FC5-543A-4093-A313-112F2299883F}" srcOrd="4" destOrd="0" presId="urn:microsoft.com/office/officeart/2005/8/layout/vList2"/>
    <dgm:cxn modelId="{36C88763-A3A2-47FF-AFDA-1D29E94B89A1}" type="presParOf" srcId="{E1B293DA-D04C-4870-959B-C43CF37A17A1}" destId="{E9B75881-5ECF-4EFF-BF32-673AC0178B20}" srcOrd="5" destOrd="0" presId="urn:microsoft.com/office/officeart/2005/8/layout/vList2"/>
    <dgm:cxn modelId="{50085D0C-D0EE-4E33-9A3A-8CB117AE55F2}" type="presParOf" srcId="{E1B293DA-D04C-4870-959B-C43CF37A17A1}" destId="{E319F1C6-A06F-4863-A1D0-F81E37B7FB0A}" srcOrd="6" destOrd="0" presId="urn:microsoft.com/office/officeart/2005/8/layout/vList2"/>
    <dgm:cxn modelId="{9AA9BEB5-E5D2-4CDB-BB02-DD6A7EF00B03}" type="presParOf" srcId="{E1B293DA-D04C-4870-959B-C43CF37A17A1}" destId="{116F4203-5E52-4A0A-B5D3-84761C108730}" srcOrd="7" destOrd="0" presId="urn:microsoft.com/office/officeart/2005/8/layout/vList2"/>
    <dgm:cxn modelId="{F9F64901-527A-4EBA-8CFA-2E251BFED7C8}" type="presParOf" srcId="{E1B293DA-D04C-4870-959B-C43CF37A17A1}" destId="{C22FA9AB-5A5A-4F45-83F3-C382E9D8587B}" srcOrd="8" destOrd="0" presId="urn:microsoft.com/office/officeart/2005/8/layout/vList2"/>
    <dgm:cxn modelId="{A79F6AAE-3A91-4C83-86D3-8D8E7B7FB042}" type="presParOf" srcId="{E1B293DA-D04C-4870-959B-C43CF37A17A1}" destId="{EED2B159-DC83-4A1B-9C6F-E8AEBD6CF5BE}" srcOrd="9" destOrd="0" presId="urn:microsoft.com/office/officeart/2005/8/layout/vList2"/>
    <dgm:cxn modelId="{E6A8FE3B-5378-44DD-98E6-49EBF0C9E6AE}" type="presParOf" srcId="{E1B293DA-D04C-4870-959B-C43CF37A17A1}" destId="{AD7617F9-9312-4B47-912A-86DC408BB00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74118-AB3B-49CE-8AA2-2CB03E623014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Purpose</a:t>
          </a:r>
          <a:r>
            <a:rPr lang="en-US" sz="1500" b="0" i="0" kern="1200"/>
            <a:t>: To design a modern, user-friendly Library Management System that enhances the member experience and streamlines operations.</a:t>
          </a:r>
          <a:endParaRPr lang="en-US" sz="1500" kern="1200"/>
        </a:p>
      </dsp:txBody>
      <dsp:txXfrm>
        <a:off x="213" y="1787136"/>
        <a:ext cx="2577217" cy="1855596"/>
      </dsp:txXfrm>
    </dsp:sp>
    <dsp:sp modelId="{511BAFAB-532D-41D5-87D9-285C2AA3ACE0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550072"/>
        <a:ext cx="2577217" cy="1237064"/>
      </dsp:txXfrm>
    </dsp:sp>
    <dsp:sp modelId="{EAB8BB03-2F1C-44F3-B8BC-0BC1B985255F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Problem</a:t>
          </a:r>
          <a:r>
            <a:rPr lang="en-US" sz="1500" b="0" i="0" kern="1200"/>
            <a:t>: The current manual system is outdated, leading to inefficiencies, errors, and delays.</a:t>
          </a:r>
          <a:endParaRPr lang="en-US" sz="1500" kern="1200"/>
        </a:p>
      </dsp:txBody>
      <dsp:txXfrm>
        <a:off x="2783608" y="1787136"/>
        <a:ext cx="2577217" cy="1855596"/>
      </dsp:txXfrm>
    </dsp:sp>
    <dsp:sp modelId="{BE0A9FA1-CB64-4723-B5E0-4DB71AB10ABA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550072"/>
        <a:ext cx="2577217" cy="1237064"/>
      </dsp:txXfrm>
    </dsp:sp>
    <dsp:sp modelId="{560E20F7-B141-4C2C-92C5-89F49670117E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Solution</a:t>
          </a:r>
          <a:r>
            <a:rPr lang="en-US" sz="1500" b="0" i="0" kern="1200"/>
            <a:t>: </a:t>
          </a:r>
          <a:r>
            <a:rPr lang="lb-LU" sz="1500" b="0" i="0" kern="1200"/>
            <a:t>A digital platform </a:t>
          </a:r>
          <a:r>
            <a:rPr lang="en-US" sz="1500" b="0" i="0" kern="1200"/>
            <a:t>that tracks books, members, borrowing, purchases, and preferences in real time.</a:t>
          </a:r>
          <a:endParaRPr lang="en-US" sz="1500" kern="1200"/>
        </a:p>
      </dsp:txBody>
      <dsp:txXfrm>
        <a:off x="5567003" y="1787136"/>
        <a:ext cx="2577217" cy="1855596"/>
      </dsp:txXfrm>
    </dsp:sp>
    <dsp:sp modelId="{A03A1EDA-F166-475C-B1B6-ABD43CA96795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550072"/>
        <a:ext cx="2577217" cy="1237064"/>
      </dsp:txXfrm>
    </dsp:sp>
    <dsp:sp modelId="{D289554C-55F2-4F89-AB57-95A5A37821C0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/>
            <a:t>Goal</a:t>
          </a:r>
          <a:r>
            <a:rPr lang="en-US" sz="1500" b="0" i="0" kern="1200"/>
            <a:t>: To simplify operations, reduce mistakes, provide personalized service. </a:t>
          </a:r>
          <a:endParaRPr lang="en-US" sz="1500" kern="1200"/>
        </a:p>
      </dsp:txBody>
      <dsp:txXfrm>
        <a:off x="8350398" y="1787136"/>
        <a:ext cx="2577217" cy="1855596"/>
      </dsp:txXfrm>
    </dsp:sp>
    <dsp:sp modelId="{D73ED866-EA9D-4E51-AF23-380C9A5D3B82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9EAEE-D1FF-4FE0-991F-E2D840E93F29}">
      <dsp:nvSpPr>
        <dsp:cNvPr id="0" name=""/>
        <dsp:cNvSpPr/>
      </dsp:nvSpPr>
      <dsp:spPr>
        <a:xfrm>
          <a:off x="0" y="32252"/>
          <a:ext cx="10927829" cy="13127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/>
            <a:t>Track</a:t>
          </a:r>
          <a:r>
            <a:rPr lang="en-US" sz="3300" b="0" i="0" kern="1200"/>
            <a:t>: Manage books, members, borrowing, purchases, and preferences efficiently.</a:t>
          </a:r>
          <a:endParaRPr lang="en-US" sz="3300" kern="1200"/>
        </a:p>
      </dsp:txBody>
      <dsp:txXfrm>
        <a:off x="64083" y="96335"/>
        <a:ext cx="10799663" cy="1184574"/>
      </dsp:txXfrm>
    </dsp:sp>
    <dsp:sp modelId="{BF7AC6F6-589C-4679-BB97-B0E02142C33B}">
      <dsp:nvSpPr>
        <dsp:cNvPr id="0" name=""/>
        <dsp:cNvSpPr/>
      </dsp:nvSpPr>
      <dsp:spPr>
        <a:xfrm>
          <a:off x="0" y="1440032"/>
          <a:ext cx="10927829" cy="13127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/>
            <a:t>Improvement</a:t>
          </a:r>
          <a:r>
            <a:rPr lang="en-US" sz="3300" b="0" i="0" kern="1200"/>
            <a:t>: Replace outdated data handling with a real-time, updateable database.</a:t>
          </a:r>
          <a:endParaRPr lang="en-US" sz="3300" kern="1200"/>
        </a:p>
      </dsp:txBody>
      <dsp:txXfrm>
        <a:off x="64083" y="1504115"/>
        <a:ext cx="10799663" cy="1184574"/>
      </dsp:txXfrm>
    </dsp:sp>
    <dsp:sp modelId="{9BDD408B-B7B9-4FDE-98EC-50A0D24DA426}">
      <dsp:nvSpPr>
        <dsp:cNvPr id="0" name=""/>
        <dsp:cNvSpPr/>
      </dsp:nvSpPr>
      <dsp:spPr>
        <a:xfrm>
          <a:off x="0" y="2847812"/>
          <a:ext cx="10927829" cy="13127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/>
            <a:t>Service</a:t>
          </a:r>
          <a:r>
            <a:rPr lang="en-US" sz="3300" b="0" i="0" kern="1200"/>
            <a:t>: Allow members to view their history and receive tailored recommendations.</a:t>
          </a:r>
          <a:endParaRPr lang="en-US" sz="3300" kern="1200"/>
        </a:p>
      </dsp:txBody>
      <dsp:txXfrm>
        <a:off x="64083" y="2911895"/>
        <a:ext cx="10799663" cy="11845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5F18A0-44A9-4D69-93A7-8C5C83CC24CD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26759-1FDF-482C-B6DE-5913D7D2375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E8BF4C-85F4-4F5F-A731-3130F75048C7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History Access</a:t>
          </a:r>
          <a:r>
            <a:rPr lang="en-US" sz="1900" b="0" i="0" kern="1200"/>
            <a:t>: Members can view their borrowing and purchase records.</a:t>
          </a:r>
          <a:endParaRPr lang="en-US" sz="1900" kern="1200"/>
        </a:p>
      </dsp:txBody>
      <dsp:txXfrm>
        <a:off x="1948202" y="368029"/>
        <a:ext cx="3233964" cy="1371985"/>
      </dsp:txXfrm>
    </dsp:sp>
    <dsp:sp modelId="{DC36AE47-E1D5-405B-9344-61B3E04B2D1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DD03B-D61F-4642-A9F7-71B5D169DC5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C2AD6-AA69-4D38-AC57-9ABD36DACEE0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Borrowing</a:t>
          </a:r>
          <a:r>
            <a:rPr lang="en-US" sz="1900" b="0" i="0" kern="1200"/>
            <a:t>: A book can be borrowed if available; otherwise, members can reserve it and get notified when it’s ready.</a:t>
          </a:r>
          <a:endParaRPr lang="en-US" sz="1900" kern="1200"/>
        </a:p>
      </dsp:txBody>
      <dsp:txXfrm>
        <a:off x="7411643" y="368029"/>
        <a:ext cx="3233964" cy="1371985"/>
      </dsp:txXfrm>
    </dsp:sp>
    <dsp:sp modelId="{88C6E6DD-C5F4-4EF5-8887-51A111ABBD2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6845E-97CC-4243-9144-E9F8DCA0913A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072ED-0DD5-4F18-B8B5-87BF5861CB2A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Ordering</a:t>
          </a:r>
          <a:r>
            <a:rPr lang="en-US" sz="1900" b="0" i="0" kern="1200"/>
            <a:t>: Members can order books with a 50% deposit and are notified upon arrival.</a:t>
          </a:r>
          <a:endParaRPr lang="en-US" sz="1900" kern="1200"/>
        </a:p>
      </dsp:txBody>
      <dsp:txXfrm>
        <a:off x="1948202" y="2452790"/>
        <a:ext cx="3233964" cy="1371985"/>
      </dsp:txXfrm>
    </dsp:sp>
    <dsp:sp modelId="{E6706110-A75F-4266-A9D2-00CF8B960850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61AC23-E222-409F-9EB6-ED444611033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1E9FC-6B67-47FB-8E65-7F2B3F35734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Librarian Role</a:t>
          </a:r>
          <a:r>
            <a:rPr lang="en-US" sz="1900" b="0" i="0" kern="1200"/>
            <a:t>: Librarians manage all records—adding members, updating book status, and handling transactions.</a:t>
          </a:r>
          <a:endParaRPr lang="en-US" sz="1900" kern="1200"/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46010-9811-44B9-AE8D-5307DB45EFBE}">
      <dsp:nvSpPr>
        <dsp:cNvPr id="0" name=""/>
        <dsp:cNvSpPr/>
      </dsp:nvSpPr>
      <dsp:spPr>
        <a:xfrm>
          <a:off x="853" y="0"/>
          <a:ext cx="3457633" cy="36894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Data Privacy</a:t>
          </a:r>
          <a:r>
            <a:rPr lang="en-US" sz="2000" b="0" i="0" kern="1200" dirty="0"/>
            <a:t>: Members agree that their borrowing history and reading preferences can be accessed by librarians to improve service.</a:t>
          </a:r>
          <a:endParaRPr lang="en-US" sz="2000" kern="1200" dirty="0"/>
        </a:p>
      </dsp:txBody>
      <dsp:txXfrm>
        <a:off x="853" y="1475762"/>
        <a:ext cx="3457633" cy="2213643"/>
      </dsp:txXfrm>
    </dsp:sp>
    <dsp:sp modelId="{D88045B4-3F7F-4ABD-839E-F239DE009E6C}">
      <dsp:nvSpPr>
        <dsp:cNvPr id="0" name=""/>
        <dsp:cNvSpPr/>
      </dsp:nvSpPr>
      <dsp:spPr>
        <a:xfrm>
          <a:off x="853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0"/>
        <a:ext cx="3457633" cy="1475762"/>
      </dsp:txXfrm>
    </dsp:sp>
    <dsp:sp modelId="{69AD0B59-BDF1-45A9-A0DF-90B4F78A67ED}">
      <dsp:nvSpPr>
        <dsp:cNvPr id="0" name=""/>
        <dsp:cNvSpPr/>
      </dsp:nvSpPr>
      <dsp:spPr>
        <a:xfrm>
          <a:off x="3735097" y="0"/>
          <a:ext cx="3457633" cy="36894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Book Orders</a:t>
          </a:r>
          <a:r>
            <a:rPr lang="en-US" sz="2000" b="0" i="0" kern="1200" dirty="0"/>
            <a:t>: Members can order books not currently in the library and will be notified once the books arrive.</a:t>
          </a:r>
          <a:endParaRPr lang="en-US" sz="2000" kern="1200" dirty="0"/>
        </a:p>
      </dsp:txBody>
      <dsp:txXfrm>
        <a:off x="3735097" y="1475762"/>
        <a:ext cx="3457633" cy="2213643"/>
      </dsp:txXfrm>
    </dsp:sp>
    <dsp:sp modelId="{5EDC7DF9-2156-476C-8109-A5A77B2926D8}">
      <dsp:nvSpPr>
        <dsp:cNvPr id="0" name=""/>
        <dsp:cNvSpPr/>
      </dsp:nvSpPr>
      <dsp:spPr>
        <a:xfrm>
          <a:off x="3735097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0"/>
        <a:ext cx="3457633" cy="1475762"/>
      </dsp:txXfrm>
    </dsp:sp>
    <dsp:sp modelId="{304CF3C5-EC00-4CDD-BD71-1F55E20C31C6}">
      <dsp:nvSpPr>
        <dsp:cNvPr id="0" name=""/>
        <dsp:cNvSpPr/>
      </dsp:nvSpPr>
      <dsp:spPr>
        <a:xfrm>
          <a:off x="7469341" y="0"/>
          <a:ext cx="3457633" cy="36894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Book Reservations</a:t>
          </a:r>
          <a:r>
            <a:rPr lang="en-US" sz="2000" b="0" i="0" kern="1200" dirty="0"/>
            <a:t>: Members can reserve unavailable books and will be notified when they become available.</a:t>
          </a:r>
          <a:endParaRPr lang="en-US" sz="2000" kern="1200" dirty="0"/>
        </a:p>
      </dsp:txBody>
      <dsp:txXfrm>
        <a:off x="7469341" y="1475762"/>
        <a:ext cx="3457633" cy="2213643"/>
      </dsp:txXfrm>
    </dsp:sp>
    <dsp:sp modelId="{C4AD3ADE-6B36-48CD-92E4-1055FAA8045F}">
      <dsp:nvSpPr>
        <dsp:cNvPr id="0" name=""/>
        <dsp:cNvSpPr/>
      </dsp:nvSpPr>
      <dsp:spPr>
        <a:xfrm>
          <a:off x="7469341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0"/>
        <a:ext cx="3457633" cy="14757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85204-6872-431A-A0FA-5241E94C9D8E}">
      <dsp:nvSpPr>
        <dsp:cNvPr id="0" name=""/>
        <dsp:cNvSpPr/>
      </dsp:nvSpPr>
      <dsp:spPr>
        <a:xfrm>
          <a:off x="0" y="23758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Preference may belong to one and only one member. Each Member may enter one or more Preference.</a:t>
          </a:r>
        </a:p>
      </dsp:txBody>
      <dsp:txXfrm>
        <a:off x="36896" y="274481"/>
        <a:ext cx="7174031" cy="682028"/>
      </dsp:txXfrm>
    </dsp:sp>
    <dsp:sp modelId="{64B784E9-EA8D-41F1-81FC-0571F11B5C5A}">
      <dsp:nvSpPr>
        <dsp:cNvPr id="0" name=""/>
        <dsp:cNvSpPr/>
      </dsp:nvSpPr>
      <dsp:spPr>
        <a:xfrm>
          <a:off x="0" y="104812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Member may can request one or more Reservation. Each Reservation must be made by one and only one Member. </a:t>
          </a:r>
        </a:p>
      </dsp:txBody>
      <dsp:txXfrm>
        <a:off x="36896" y="1085021"/>
        <a:ext cx="7174031" cy="682028"/>
      </dsp:txXfrm>
    </dsp:sp>
    <dsp:sp modelId="{D49BB8BE-C2A2-4E64-9959-AB4A521128A6}">
      <dsp:nvSpPr>
        <dsp:cNvPr id="0" name=""/>
        <dsp:cNvSpPr/>
      </dsp:nvSpPr>
      <dsp:spPr>
        <a:xfrm>
          <a:off x="0" y="185866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Member may buy one or more Purchase. Each Purchase must be record by one and only one Member. </a:t>
          </a:r>
        </a:p>
      </dsp:txBody>
      <dsp:txXfrm>
        <a:off x="36896" y="1895561"/>
        <a:ext cx="7174031" cy="682028"/>
      </dsp:txXfrm>
    </dsp:sp>
    <dsp:sp modelId="{0F9DD23C-F0A6-45FE-B621-36532EE0E3EA}">
      <dsp:nvSpPr>
        <dsp:cNvPr id="0" name=""/>
        <dsp:cNvSpPr/>
      </dsp:nvSpPr>
      <dsp:spPr>
        <a:xfrm>
          <a:off x="0" y="266920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Member may place one or more Book Order. Each Book Order must be placed by one and only one Member. </a:t>
          </a:r>
        </a:p>
      </dsp:txBody>
      <dsp:txXfrm>
        <a:off x="36896" y="2706101"/>
        <a:ext cx="7174031" cy="682028"/>
      </dsp:txXfrm>
    </dsp:sp>
    <dsp:sp modelId="{50972984-F786-4C31-8867-FA2DA05194D9}">
      <dsp:nvSpPr>
        <dsp:cNvPr id="0" name=""/>
        <dsp:cNvSpPr/>
      </dsp:nvSpPr>
      <dsp:spPr>
        <a:xfrm>
          <a:off x="0" y="347974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Member may have it's record maintained by one or more Librarian. Each Librarian may manage by one and only one Member. </a:t>
          </a:r>
        </a:p>
      </dsp:txBody>
      <dsp:txXfrm>
        <a:off x="36896" y="3516641"/>
        <a:ext cx="7174031" cy="682028"/>
      </dsp:txXfrm>
    </dsp:sp>
    <dsp:sp modelId="{F2588A3C-993B-48B0-A602-E7EC62D5DC9E}">
      <dsp:nvSpPr>
        <dsp:cNvPr id="0" name=""/>
        <dsp:cNvSpPr/>
      </dsp:nvSpPr>
      <dsp:spPr>
        <a:xfrm>
          <a:off x="0" y="4290285"/>
          <a:ext cx="7247823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Member may create one or more borrowing. Each borrowing must belong to one and only one Member.</a:t>
          </a:r>
        </a:p>
      </dsp:txBody>
      <dsp:txXfrm>
        <a:off x="36896" y="4327181"/>
        <a:ext cx="7174031" cy="6820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12308-C4BF-40CB-A455-7AE14D284D56}">
      <dsp:nvSpPr>
        <dsp:cNvPr id="0" name=""/>
        <dsp:cNvSpPr/>
      </dsp:nvSpPr>
      <dsp:spPr>
        <a:xfrm>
          <a:off x="0" y="36412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Book may can have one or more Reservation. Each Reservation must be recorded by one and only one Book. </a:t>
          </a:r>
          <a:endParaRPr lang="lb-LU" sz="1800" kern="1200" dirty="0"/>
        </a:p>
      </dsp:txBody>
      <dsp:txXfrm>
        <a:off x="34954" y="399079"/>
        <a:ext cx="7177915" cy="646132"/>
      </dsp:txXfrm>
    </dsp:sp>
    <dsp:sp modelId="{8EFD1E80-630C-402F-8E55-33E372674489}">
      <dsp:nvSpPr>
        <dsp:cNvPr id="0" name=""/>
        <dsp:cNvSpPr/>
      </dsp:nvSpPr>
      <dsp:spPr>
        <a:xfrm>
          <a:off x="0" y="113200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Book may can be purchased by one or more Purchase. Each Purchase must be recorded by one and only one Book. </a:t>
          </a:r>
          <a:endParaRPr lang="lb-LU" sz="1800" kern="1200" dirty="0"/>
        </a:p>
      </dsp:txBody>
      <dsp:txXfrm>
        <a:off x="34954" y="1166959"/>
        <a:ext cx="7177915" cy="646132"/>
      </dsp:txXfrm>
    </dsp:sp>
    <dsp:sp modelId="{0ED70FC5-543A-4093-A313-112F2299883F}">
      <dsp:nvSpPr>
        <dsp:cNvPr id="0" name=""/>
        <dsp:cNvSpPr/>
      </dsp:nvSpPr>
      <dsp:spPr>
        <a:xfrm>
          <a:off x="0" y="189988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Book may can be ordered by one or more Book Order. Each Book Order must be for one and only one Book. </a:t>
          </a:r>
          <a:endParaRPr lang="lb-LU" sz="1800" kern="1200" dirty="0"/>
        </a:p>
      </dsp:txBody>
      <dsp:txXfrm>
        <a:off x="34954" y="1934839"/>
        <a:ext cx="7177915" cy="646132"/>
      </dsp:txXfrm>
    </dsp:sp>
    <dsp:sp modelId="{E319F1C6-A06F-4863-A1D0-F81E37B7FB0A}">
      <dsp:nvSpPr>
        <dsp:cNvPr id="0" name=""/>
        <dsp:cNvSpPr/>
      </dsp:nvSpPr>
      <dsp:spPr>
        <a:xfrm>
          <a:off x="0" y="266776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Book may can have it's record updated by one or more borrowing. Each borrowing must be recorded for one and only one Book. </a:t>
          </a:r>
          <a:endParaRPr lang="lb-LU" sz="1800" kern="1200" dirty="0"/>
        </a:p>
      </dsp:txBody>
      <dsp:txXfrm>
        <a:off x="34954" y="2702719"/>
        <a:ext cx="7177915" cy="646132"/>
      </dsp:txXfrm>
    </dsp:sp>
    <dsp:sp modelId="{C22FA9AB-5A5A-4F45-83F3-C382E9D8587B}">
      <dsp:nvSpPr>
        <dsp:cNvPr id="0" name=""/>
        <dsp:cNvSpPr/>
      </dsp:nvSpPr>
      <dsp:spPr>
        <a:xfrm>
          <a:off x="0" y="343564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Book must have it's record updated by one or more Librarian. Each Librarian must maintain one or more Book. </a:t>
          </a:r>
          <a:endParaRPr lang="lb-LU" sz="1800" kern="1200" dirty="0"/>
        </a:p>
      </dsp:txBody>
      <dsp:txXfrm>
        <a:off x="34954" y="3470599"/>
        <a:ext cx="7177915" cy="646132"/>
      </dsp:txXfrm>
    </dsp:sp>
    <dsp:sp modelId="{AD7617F9-9312-4B47-912A-86DC408BB007}">
      <dsp:nvSpPr>
        <dsp:cNvPr id="0" name=""/>
        <dsp:cNvSpPr/>
      </dsp:nvSpPr>
      <dsp:spPr>
        <a:xfrm>
          <a:off x="0" y="4203525"/>
          <a:ext cx="7247823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Book must be written by one or more Author. Each Author must write one or more Book.</a:t>
          </a:r>
          <a:endParaRPr lang="lb-LU" sz="1800" kern="1200"/>
        </a:p>
      </dsp:txBody>
      <dsp:txXfrm>
        <a:off x="34954" y="4238479"/>
        <a:ext cx="7177915" cy="646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22BD1C9A-7E3E-4CF8-8135-BA8E399D79C8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C0A93802-51EF-462F-A369-2C145A8C78C1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91FDC8BA-8B92-4ED5-8700-DC22C9951280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22BD1C9A-7E3E-4CF8-8135-BA8E399D79C8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C0A93802-51EF-462F-A369-2C145A8C78C1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91FDC8BA-8B92-4ED5-8700-DC22C9951280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b-L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BEBF4-F329-4083-BB1D-0CBD57C582F4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b-L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b-L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EAF3B-9EF5-44A9-A9DA-A6559BA253F7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16441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D2AD-804A-3AEC-048D-3E3EFDBD8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A7C0A-FD46-4142-4C3A-DC6939943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b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CB1EA-8C5D-5E05-EDC7-7E18AD4E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74A4-2243-8A73-C107-03F67A18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624E7-20F7-C54A-9BE4-D771C84C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257241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9589-C84A-2855-23D0-41FD91C7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80D5-46C9-B831-A87E-EC3051EA9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9F4D1-3DAB-B02D-1429-60DC496C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44394-8683-B147-7D52-8F44E462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4997-8B2F-0201-2521-35A5022F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76200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4C44-1DAF-1B22-263B-2C14BF90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D0F93-FF24-5252-9E12-84C1082CD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1D3E0-4A72-4A4A-9850-9CFE2DCA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4886C-DD01-8BBC-2951-982CCF8B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8265-D5C2-7A96-6792-9A4B74C7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26057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E6BA-99C6-DD53-5249-B94A7AA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7933-4CC9-42D4-889F-17392005C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696EE-8EC7-B0C4-8306-10372DED3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9DFF7-DF25-7896-0809-B81242B9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99785-F018-2187-5F7D-C8C68A91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14644-D7F4-ED08-32D8-446233DD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61761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98AB-B535-5D04-AFFA-CD60868E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6C0AE-3FBD-9937-CCCE-FECCC8B06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80E71-7F65-D8D9-5D3E-5A24E0BF2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FED04-813D-CB96-B235-9FBD2D422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4751-9541-080E-D5F8-A2A391D4A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B3A02-567C-EE76-76E6-0AEB349E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50AA8-F25F-5CF8-9CB4-8DA92BB1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516A4-9F9F-D4E8-434B-1B0BDC47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50862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88BA-A5DA-D8FA-610B-E9477362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8A372-33F4-518D-227E-894CFF912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B6B85-CB68-1170-C7EF-5404F3FF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ADB81-1CF1-8202-47B8-BE42955D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62891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D9B6C1-B4D9-3932-2891-5E3B997A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2CE9F-768C-9C57-895B-E558AFAD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2CD7B-A3E5-7A59-23D4-10CC8318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29031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3A2C-3EE2-2585-2B29-C607F787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DEC1-616D-ADCB-FBA6-0A38F608D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AF5FB-89A4-FCF4-B88A-43E932DF1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8D5F8-1E8C-BD31-1A61-E717C756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EE9EF-72A5-7FBE-4D7F-04C70B7F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FC3CC-E36A-2AEC-4236-880BFC48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388829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C3D1-BBE1-0E85-FBB1-34320B60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BF2E5-2E26-91EA-9B20-E09098555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b-L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09624-CB1B-B9D8-3D26-7824FA342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09523-6D53-8430-E016-44BEBAD6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D97E5-9C87-994F-D475-4BAA0261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29126-FC0E-306E-EFC5-595EC135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13565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012F-5D05-0CA1-399A-CDC9ABE7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84895-0B94-F1AD-3E63-041FC8AC6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03869-2A7D-733B-5044-5457226B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8CE8E-7CAE-047D-01A0-93E49333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23E7-DEAC-79C5-6F69-C24B24B2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85088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636E5-EC7F-7F27-2D9D-27164B237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D7509-0A91-D77A-F130-CBB17B8B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2987-B2D2-CB6E-1439-8AD29B33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679B-D694-82EF-A11F-B6B5B358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22B0-853E-76D4-0E0B-17EC983D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44358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B1DCB-647E-56AE-8A97-F02787CB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b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E8633-34F1-E8D4-A3FE-E14E23891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b-L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5A0B5-BE27-0C1B-CD8B-8E6FCC22C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C52FF-CA49-42AD-A99F-2EA6CFECB381}" type="datetimeFigureOut">
              <a:rPr lang="lb-LU" smtClean="0"/>
              <a:t>13.06.25</a:t>
            </a:fld>
            <a:endParaRPr lang="lb-L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EE4CF-4140-A466-67AD-0F67B6664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b-L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6823-69E9-194E-E7E0-E5A976A59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B5DB0-C27A-4514-9361-7C4FB50DE1B1}" type="slidenum">
              <a:rPr lang="lb-LU" smtClean="0"/>
              <a:t>‹#›</a:t>
            </a:fld>
            <a:endParaRPr lang="lb-LU"/>
          </a:p>
        </p:txBody>
      </p:sp>
    </p:spTree>
    <p:extLst>
      <p:ext uri="{BB962C8B-B14F-4D97-AF65-F5344CB8AC3E}">
        <p14:creationId xmlns:p14="http://schemas.microsoft.com/office/powerpoint/2010/main" val="174233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b-L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2224F-A85C-914B-3EDA-EBB1835B7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fr-CH" sz="4800">
                <a:solidFill>
                  <a:srgbClr val="FFFFFF"/>
                </a:solidFill>
              </a:rPr>
              <a:t>Project - Library</a:t>
            </a:r>
            <a:endParaRPr lang="lb-LU" sz="48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D1B87-8EF6-9575-9821-16E1FEB92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fr-CH">
                <a:solidFill>
                  <a:srgbClr val="FFFFFF"/>
                </a:solidFill>
              </a:rPr>
              <a:t>Laura Glode - 2TPIFI1</a:t>
            </a:r>
            <a:endParaRPr lang="lb-LU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18D21-35C1-392E-38B9-AF8D9290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450" y="2108877"/>
            <a:ext cx="3509382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7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045C7-3CE5-540C-CB13-A15C0B5C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lb-LU" sz="4000">
                <a:solidFill>
                  <a:srgbClr val="FFFFFF"/>
                </a:solidFill>
                <a:effectLst/>
                <a:latin typeface="Baguet Scrip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lb-LU" sz="400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558133C-E6E2-9678-40B4-0326E4F93C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5030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928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F70F6-01FA-0EE8-F305-26AE572F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lb-LU" sz="4000" dirty="0">
                <a:solidFill>
                  <a:srgbClr val="FFFFFF"/>
                </a:solidFill>
                <a:effectLst/>
                <a:latin typeface="Baguet Scrip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and Mission</a:t>
            </a:r>
            <a:endParaRPr lang="lb-LU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C9265-720D-B505-077F-182F992D51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30568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745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6C402-3E9F-9ECE-3547-93231510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E316B-D035-4D1F-197B-E256E300E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lb-LU" sz="4000" dirty="0">
                <a:solidFill>
                  <a:srgbClr val="FFFFFF"/>
                </a:solidFill>
                <a:effectLst/>
                <a:latin typeface="Baguet Scrip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Rules</a:t>
            </a:r>
            <a:endParaRPr lang="lb-LU" sz="4000" dirty="0">
              <a:solidFill>
                <a:srgbClr val="FFFFFF"/>
              </a:solidFill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FF0CCB8-2B4F-C876-1F7B-9B57E6986E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6645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9401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1F211-4C04-E43A-FF50-43D047D6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D39B6-3782-6548-F15C-B88C2BDD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lb-LU" sz="4000">
                <a:solidFill>
                  <a:srgbClr val="FFFFFF"/>
                </a:solidFill>
                <a:effectLst/>
                <a:latin typeface="Baguet Scrip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  <a:endParaRPr lang="lb-LU" sz="4000">
              <a:solidFill>
                <a:srgbClr val="FFFFFF"/>
              </a:solidFill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D7AD2E2-B84D-BB15-01FC-72FD59259C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87685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505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4AED8-02B5-E015-7CE9-3CA79248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CE9F6-DE4E-26DD-18C7-F8CD0187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effectLst/>
                <a:latin typeface="Baguet Script" panose="00000500000000000000" pitchFamily="2" charset="0"/>
              </a:rPr>
              <a:t>Conceptual model (MCD) </a:t>
            </a:r>
            <a:endParaRPr lang="en-US" sz="4000" kern="1200" dirty="0">
              <a:solidFill>
                <a:srgbClr val="FFFFFF"/>
              </a:solidFill>
              <a:latin typeface="Baguet Scrip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CB3CA-261A-7AE3-1765-1A0E72667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365806"/>
            <a:ext cx="11327549" cy="365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5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585C0-4419-0A23-99EC-5D77B8A0D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222C8-4122-88B1-FC7B-8A71F7C0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effectLst/>
                <a:latin typeface="Baguet Script" panose="00000500000000000000" pitchFamily="2" charset="0"/>
              </a:rPr>
              <a:t>Entity Relationship Diagram (MLD)</a:t>
            </a:r>
            <a:endParaRPr lang="en-US" sz="3700" kern="1200" dirty="0">
              <a:solidFill>
                <a:srgbClr val="FFFFFF"/>
              </a:solidFill>
              <a:latin typeface="Baguet Scrip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80EB2-93AD-773A-2BA3-B8DE4E70DDAC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Sentences for each relationship, in both directions </a:t>
            </a:r>
          </a:p>
        </p:txBody>
      </p:sp>
      <p:graphicFrame>
        <p:nvGraphicFramePr>
          <p:cNvPr id="72" name="TextBox 6">
            <a:extLst>
              <a:ext uri="{FF2B5EF4-FFF2-40B4-BE49-F238E27FC236}">
                <a16:creationId xmlns:a16="http://schemas.microsoft.com/office/drawing/2014/main" id="{E7E62C6F-E80C-5D91-EA8A-2352C7EB47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162068"/>
              </p:ext>
            </p:extLst>
          </p:nvPr>
        </p:nvGraphicFramePr>
        <p:xfrm>
          <a:off x="2472086" y="1573735"/>
          <a:ext cx="7247823" cy="5283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241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2FDBA-F0AF-8E8A-BEFD-2D706DD5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FE11C3BE-A5B5-AA5A-EFD2-3F4F1257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BB89DFF-2D9C-CA71-1A78-7F9D3573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17EE69B-55EF-3463-B2FA-D1CBB7F19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4F9074-ED61-5EFD-6587-15FF5B818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2C583-603B-AFA8-9F3C-D88249F5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effectLst/>
                <a:latin typeface="Baguet Script" panose="00000500000000000000" pitchFamily="2" charset="0"/>
              </a:rPr>
              <a:t>Entity Relationship Diagram (MLD)</a:t>
            </a:r>
            <a:endParaRPr lang="en-US" sz="3700" kern="1200" dirty="0">
              <a:solidFill>
                <a:srgbClr val="FFFFFF"/>
              </a:solidFill>
              <a:latin typeface="Baguet Scrip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413D4-6CBA-CF90-0B6A-6D9F69531E45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Sentences for each relationship, in both directions </a:t>
            </a:r>
          </a:p>
        </p:txBody>
      </p:sp>
      <p:graphicFrame>
        <p:nvGraphicFramePr>
          <p:cNvPr id="72" name="TextBox 6">
            <a:extLst>
              <a:ext uri="{FF2B5EF4-FFF2-40B4-BE49-F238E27FC236}">
                <a16:creationId xmlns:a16="http://schemas.microsoft.com/office/drawing/2014/main" id="{471ACD9F-3BFA-105D-A6B7-4DD354433D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376008"/>
              </p:ext>
            </p:extLst>
          </p:nvPr>
        </p:nvGraphicFramePr>
        <p:xfrm>
          <a:off x="2472086" y="1573735"/>
          <a:ext cx="7247823" cy="5283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77E35-225D-6EA6-18D6-67BEEAC2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0A907-CD04-E71C-1832-B7DF02F1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Entity Relationship Diagram (MLD)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76404-8A63-74A2-E674-4BBFF427E7C4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Map the relationships.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903A9-2B2D-4B0E-23F3-873551BD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28" y="1966293"/>
            <a:ext cx="868714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0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A35483-817A-8A61-9C79-7A206C33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70D0E-5423-AD7F-1414-E9699F7B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Entity Relationship Diagram (MLD)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496F8-F1F3-7235-3E6F-7E9B4C4FD77B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Map the relationships.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786643-8B90-5C2B-CA16-7EA3A877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525" y="1966293"/>
            <a:ext cx="791494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9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1D0C9-2702-26BF-F8C6-9A2FDEC1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534D3-8D84-5105-5C04-5C29F646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Entity Relationship Diagram (MLD)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7D7E6-7ED4-82B8-78B6-1A5527FD8E3F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Draw the matrix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E15A1-1BF7-FAAE-4080-185D74EA6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493241"/>
            <a:ext cx="11327549" cy="33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80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D2464-6A82-5F7E-9F7D-85A58EEA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AF91D-DA52-D4CE-7418-A15C45FF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Entity Relationship Diagram (MLD)</a:t>
            </a: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52A0B-B08F-57AF-8BFA-E394431766EF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Draw the matrix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22B6A-10CC-44E7-5A7C-FC914563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744" y="1966293"/>
            <a:ext cx="414051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58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4A52-5CE4-87A5-7313-FDB14EAA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AE9976-4D1D-968E-D59B-0B0B29736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235" y="2125713"/>
            <a:ext cx="6221895" cy="261319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1BE20C4-24D4-CF17-B993-A94163CB5D44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CREATE TABLE </a:t>
            </a:r>
            <a:r>
              <a:rPr lang="en-US" sz="1400" dirty="0" err="1">
                <a:highlight>
                  <a:srgbClr val="FFFF00"/>
                </a:highlight>
              </a:rPr>
              <a:t>Library_Member</a:t>
            </a:r>
            <a:r>
              <a:rPr lang="en-US" sz="1400" dirty="0"/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member_ID</a:t>
            </a:r>
            <a:r>
              <a:rPr lang="en-US" sz="1400" dirty="0"/>
              <a:t> number(6) CONSTRAINT </a:t>
            </a:r>
            <a:r>
              <a:rPr lang="en-US" sz="1400" dirty="0" err="1"/>
              <a:t>lib_mem_id_pk</a:t>
            </a:r>
            <a:r>
              <a:rPr lang="en-US" sz="1400" dirty="0"/>
              <a:t> PRIMARY KEY,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first_name</a:t>
            </a:r>
            <a:r>
              <a:rPr lang="en-US" sz="1400" dirty="0"/>
              <a:t> varchar2(40) NOT NULL,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last_name</a:t>
            </a:r>
            <a:r>
              <a:rPr lang="en-US" sz="1400" dirty="0"/>
              <a:t> varchar2(40) NOT NULL,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phone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email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home_address</a:t>
            </a:r>
            <a:r>
              <a:rPr lang="en-US" sz="1400" dirty="0"/>
              <a:t> varchar2(60) NOT NULL,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member_ship_detail</a:t>
            </a:r>
            <a:r>
              <a:rPr lang="en-US" sz="1400" dirty="0"/>
              <a:t>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CONSTRAINT </a:t>
            </a:r>
            <a:r>
              <a:rPr lang="en-US" sz="1400" dirty="0" err="1"/>
              <a:t>lib_phone_email_uk</a:t>
            </a:r>
            <a:r>
              <a:rPr lang="en-US" sz="1400" dirty="0"/>
              <a:t> UNIQUE (phone, email)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77357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222B2-EC79-C42B-A339-66BD0D83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A3E89-84C2-6BAA-E26A-8DE17EEF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Tables: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917C5F-857F-8E83-9395-50DA23558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235" y="2405699"/>
            <a:ext cx="6221895" cy="205322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0D5D57-0113-3BD1-2A31-08614D253F7C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CREATE TABLE </a:t>
            </a:r>
            <a:r>
              <a:rPr lang="en-US" sz="1400" dirty="0" err="1"/>
              <a:t>Library_Book</a:t>
            </a:r>
            <a:r>
              <a:rPr lang="en-US" sz="1400" dirty="0"/>
              <a:t>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book_ID</a:t>
            </a:r>
            <a:r>
              <a:rPr lang="en-US" sz="1400" dirty="0"/>
              <a:t> number(6) CONSTRAINT </a:t>
            </a:r>
            <a:r>
              <a:rPr lang="en-US" sz="1400" dirty="0" err="1"/>
              <a:t>lib_book_id_pk</a:t>
            </a:r>
            <a:r>
              <a:rPr lang="en-US" sz="1400" dirty="0"/>
              <a:t> PRIMARY KEY,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title varchar2(40) NOT NULL,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genre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</a:t>
            </a:r>
            <a:r>
              <a:rPr lang="en-US" sz="1400" dirty="0" err="1"/>
              <a:t>availibility</a:t>
            </a:r>
            <a:r>
              <a:rPr lang="en-US" sz="1400" dirty="0"/>
              <a:t>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    price varchar2(40) NOT NULL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8431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A7525-C145-EC45-2FC6-2EE6919B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E2CD-DE80-B85C-EAA8-7CA625D4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E3795267-0E2F-402D-FC47-F95370DBD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235" y="2475694"/>
            <a:ext cx="6221895" cy="191323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41248E-6F0F-0C8F-5F14-97036ADA95F5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CREATE TABLE Library_Librarian(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    librarian_ID number(6) CONSTRAINT lib_lib_id_pk PRIMARY KEY,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    name varchar2(40),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    member_ID number(6),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    CONSTRAINT lib_mem_id_fk FOREIGN KEY (member_ID) REFERENCES  Library_Member(member_ID)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);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166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47EF67-76D7-A87F-3742-B528A5C4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0F23A-F21A-BA6B-FF6C-8FDE6E25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Tables: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AD78B5-D5F5-AB38-4DF9-1B193D7E0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insert all into </a:t>
            </a:r>
            <a:r>
              <a:rPr lang="en-US" sz="1000" dirty="0" err="1"/>
              <a:t>Library_Book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values (201, 'A </a:t>
            </a:r>
            <a:r>
              <a:rPr lang="en-US" sz="1000" dirty="0" err="1"/>
              <a:t>Winter''s</a:t>
            </a:r>
            <a:r>
              <a:rPr lang="en-US" sz="1000" dirty="0"/>
              <a:t> Promise', 'Fantasy', 'Available', '15.99')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(202, 'Absolu', 'Romance', 'Available', '12.50')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(203, 'Scythe', 'Dystopian', 'Unavailable', '18.00')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(204, 'Divergent', 'Science Fiction', 'Available', '14.25')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(205, 'Harry Potter', 'Fantasy', 'Available', '22.00')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(206, 'The Mirror Visitor', 'Fantasy', 'Available', '16.75')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(207, 'The Inheritance Games', 'Mystery', 'Available', '13.40')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(208, 'Renegades', 'Superhero', 'Unavailable', '17.60')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(209, 'The Night Circus', 'Fantasy', 'Available', '15.20')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INTO </a:t>
            </a:r>
            <a:r>
              <a:rPr lang="en-US" sz="1000" dirty="0" err="1"/>
              <a:t>Library_Book</a:t>
            </a:r>
            <a:r>
              <a:rPr lang="en-US" sz="1000" dirty="0"/>
              <a:t> VALUES (210, 'The Maze Runner', 'Dystopian', 'Available', '14.80')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/>
              <a:t>select 1 from dual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261873-0B8F-7F11-3A9A-EA4DC92BC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553594"/>
            <a:ext cx="3615776" cy="176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99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9021A-A904-E870-9005-584E5346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E2E96-7AA6-B31A-A210-7ADBA4E6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Tables: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D27B7E-FF6D-63F6-1A08-EB1D737BA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100"/>
              <a:t>insert all into Library_Preference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values (301, 'Fantasy')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(302, 'Romance')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(303, 'Dystopian')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(304, 'Science Fiction')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(305, 'Adventure')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(306, 'Mystery')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(307, 'Historical Fiction')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(308, 'Thriller')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(309, 'Superhero')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INTO Library_Preference VALUES (310, 'Horror')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100"/>
              <a:t>select 1 from dual;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52619-8BD1-D60B-9672-0AF7E357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273371"/>
            <a:ext cx="3615776" cy="232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07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850E8-DDB2-5FB7-DD6E-7F906FCE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2E355-1E5B-7349-6FE1-EE8D2427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Tables: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C7CDD1-14C5-7CBA-5B3B-1E8BF785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/>
              <a:t>insert all into Library_Librarian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values (401, 'Sophia Clark', 101)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(402, 'Jackson Miller', 102)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(403, 'Isabella Wilson', 103)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(404, 'Lucas Moore', 104)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(405, 'Mia Taylor', 105)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(406, 'Ethan Johnson', 106)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(407, 'Ava Martinez', 107)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(408, 'Noah Anderson', 108)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(409, 'Emma Thompson', 109)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INTO Library_Librarian VALUES (410, 'Liam White', 110)</a:t>
            </a:r>
            <a:endParaRPr lang="lb-LU" sz="1400"/>
          </a:p>
          <a:p>
            <a:pPr marL="0" indent="0">
              <a:buNone/>
            </a:pPr>
            <a:r>
              <a:rPr lang="en-US" sz="1400"/>
              <a:t>select 1 from dual;</a:t>
            </a:r>
            <a:endParaRPr lang="lb-LU" sz="140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F6ED1E-F148-CB27-B7FC-2EA15475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502" y="2454161"/>
            <a:ext cx="3615776" cy="196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05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0BC5-CBFB-2991-A2AD-566BA624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Library_Book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B0A390A-B008-E87A-D242-FF3C46A8AF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1461" y="1356714"/>
            <a:ext cx="11309077" cy="166808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10E04-81C1-E84F-163C-AB1499A88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dirty="0"/>
              <a:t>Form</a:t>
            </a:r>
          </a:p>
          <a:p>
            <a:r>
              <a:rPr lang="en-US" b="1" dirty="0"/>
              <a:t>Purpose</a:t>
            </a:r>
            <a:r>
              <a:rPr lang="en-US" dirty="0"/>
              <a:t>: Used to add or edit book details.</a:t>
            </a:r>
            <a:br>
              <a:rPr lang="en-US" sz="1400" dirty="0"/>
            </a:br>
            <a:r>
              <a:rPr lang="en-US" b="1" dirty="0"/>
              <a:t>Description</a:t>
            </a:r>
            <a:r>
              <a:rPr lang="en-US" dirty="0"/>
              <a:t>: This form ensures accurate data entry for each book, including fields like title, genre, availability, and price.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7089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9CECA-14E9-7355-F654-C6E9F87D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43C41-1C85-B67F-DABB-53C26C79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Library Member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B8319453-A74E-07D5-D883-A92BAE90FA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5718" y="1244963"/>
            <a:ext cx="11300564" cy="17798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AB345-2831-5543-B534-E7E19BD45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dirty="0"/>
              <a:t>Interactive grid: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Manage multiple book records at once.</a:t>
            </a:r>
            <a:br>
              <a:rPr lang="en-US" sz="1800" dirty="0"/>
            </a:br>
            <a:r>
              <a:rPr lang="en-US" sz="1800" b="1" dirty="0"/>
              <a:t>Description</a:t>
            </a:r>
            <a:r>
              <a:rPr lang="en-US" sz="1800" dirty="0"/>
              <a:t>: A spreadsheet-style view that allows inline editing, sorting, and filtering—ideal for quick updates.</a:t>
            </a:r>
          </a:p>
        </p:txBody>
      </p:sp>
    </p:spTree>
    <p:extLst>
      <p:ext uri="{BB962C8B-B14F-4D97-AF65-F5344CB8AC3E}">
        <p14:creationId xmlns:p14="http://schemas.microsoft.com/office/powerpoint/2010/main" val="346214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51B2B-00B4-2EC9-EBCA-4898B6B7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766B1-FAE2-BC46-AE16-9187EF9D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Library Member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E6414E-52B4-12E6-0734-1E0CAA2B5A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7047" y="1272198"/>
            <a:ext cx="10937905" cy="161333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02B65-8A20-704D-796F-C92572551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3700" dirty="0"/>
              <a:t>Interactive report:</a:t>
            </a:r>
          </a:p>
          <a:p>
            <a:pPr marL="0"/>
            <a:r>
              <a:rPr lang="en-US" b="1" dirty="0"/>
              <a:t>Purpose</a:t>
            </a:r>
            <a:r>
              <a:rPr lang="en-US" dirty="0"/>
              <a:t>: View and analyze book data.</a:t>
            </a:r>
            <a:br>
              <a:rPr lang="en-US" sz="1600" dirty="0"/>
            </a:br>
            <a:r>
              <a:rPr lang="en-US" b="1" dirty="0"/>
              <a:t>Description</a:t>
            </a:r>
            <a:r>
              <a:rPr lang="en-US" dirty="0"/>
              <a:t>: A dynamic report that displays book records with filtering options—great for tracking availability or generating insights.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36710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3E3F1A-C179-A4F5-D7D1-414CD590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listening!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12BF-33D9-389B-11C2-ADCEFA6F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kern="1200">
                <a:latin typeface="+mn-lt"/>
                <a:ea typeface="+mn-ea"/>
                <a:cs typeface="+mn-cs"/>
              </a:rPr>
              <a:t>Any questions?</a:t>
            </a:r>
          </a:p>
        </p:txBody>
      </p:sp>
      <p:pic>
        <p:nvPicPr>
          <p:cNvPr id="24" name="Graphic 23" descr="Help">
            <a:extLst>
              <a:ext uri="{FF2B5EF4-FFF2-40B4-BE49-F238E27FC236}">
                <a16:creationId xmlns:a16="http://schemas.microsoft.com/office/drawing/2014/main" id="{CD46DE1F-6B18-3D2A-BE28-BF47882EA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9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1357</Words>
  <Application>Microsoft Office PowerPoint</Application>
  <PresentationFormat>Widescreen</PresentationFormat>
  <Paragraphs>128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Baguet Script</vt:lpstr>
      <vt:lpstr>Office Theme</vt:lpstr>
      <vt:lpstr>Project - Library</vt:lpstr>
      <vt:lpstr>Introduction </vt:lpstr>
      <vt:lpstr>Business and Mission</vt:lpstr>
      <vt:lpstr>Business Rules</vt:lpstr>
      <vt:lpstr>Assumptions</vt:lpstr>
      <vt:lpstr>Conceptual model (MCD) </vt:lpstr>
      <vt:lpstr>Entity Relationship Diagram (MLD)</vt:lpstr>
      <vt:lpstr>Entity Relationship Diagram (MLD)</vt:lpstr>
      <vt:lpstr>Entity Relationship Diagram (MLD)</vt:lpstr>
      <vt:lpstr>Entity Relationship Diagram (MLD)</vt:lpstr>
      <vt:lpstr>Entity Relationship Diagram (MLD)</vt:lpstr>
      <vt:lpstr>Entity Relationship Diagram (MLD)</vt:lpstr>
      <vt:lpstr>Tables:</vt:lpstr>
      <vt:lpstr>Tables:</vt:lpstr>
      <vt:lpstr>Tables:</vt:lpstr>
      <vt:lpstr>Data Tables:</vt:lpstr>
      <vt:lpstr>Data Tables:</vt:lpstr>
      <vt:lpstr>Data Tables:</vt:lpstr>
      <vt:lpstr>Library_Book</vt:lpstr>
      <vt:lpstr>Library Member</vt:lpstr>
      <vt:lpstr>Library Member</vt:lpstr>
      <vt:lpstr>Thanks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Glode</dc:creator>
  <cp:lastModifiedBy>Laura Glode</cp:lastModifiedBy>
  <cp:revision>4</cp:revision>
  <dcterms:created xsi:type="dcterms:W3CDTF">2025-06-02T08:42:10Z</dcterms:created>
  <dcterms:modified xsi:type="dcterms:W3CDTF">2025-06-13T08:24:25Z</dcterms:modified>
</cp:coreProperties>
</file>